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63" r:id="rId4"/>
    <p:sldId id="259" r:id="rId5"/>
    <p:sldId id="260" r:id="rId6"/>
    <p:sldId id="261" r:id="rId7"/>
    <p:sldId id="262" r:id="rId8"/>
    <p:sldId id="258" r:id="rId9"/>
    <p:sldId id="264" r:id="rId10"/>
    <p:sldId id="265" r:id="rId11"/>
    <p:sldId id="267" r:id="rId12"/>
  </p:sldIdLst>
  <p:sldSz cx="18288000" cy="10287000"/>
  <p:notesSz cx="6858000" cy="9144000"/>
  <p:embeddedFontLst>
    <p:embeddedFont>
      <p:font typeface="Etna Sans Serif" panose="020B0604020202020204" charset="0"/>
      <p:regular r:id="rId13"/>
    </p:embeddedFont>
    <p:embeddedFont>
      <p:font typeface="Poppins" panose="00000500000000000000" pitchFamily="2"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22" autoAdjust="0"/>
  </p:normalViewPr>
  <p:slideViewPr>
    <p:cSldViewPr>
      <p:cViewPr varScale="1">
        <p:scale>
          <a:sx n="52" d="100"/>
          <a:sy n="52" d="100"/>
        </p:scale>
        <p:origin x="989"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sv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0707"/>
        </a:solidFill>
        <a:effectLst/>
      </p:bgPr>
    </p:bg>
    <p:spTree>
      <p:nvGrpSpPr>
        <p:cNvPr id="1" name=""/>
        <p:cNvGrpSpPr/>
        <p:nvPr/>
      </p:nvGrpSpPr>
      <p:grpSpPr>
        <a:xfrm>
          <a:off x="0" y="0"/>
          <a:ext cx="0" cy="0"/>
          <a:chOff x="0" y="0"/>
          <a:chExt cx="0" cy="0"/>
        </a:xfrm>
      </p:grpSpPr>
      <p:grpSp>
        <p:nvGrpSpPr>
          <p:cNvPr id="2" name="Group 2"/>
          <p:cNvGrpSpPr/>
          <p:nvPr/>
        </p:nvGrpSpPr>
        <p:grpSpPr>
          <a:xfrm>
            <a:off x="3924823" y="3890956"/>
            <a:ext cx="14706656" cy="3976454"/>
            <a:chOff x="0" y="0"/>
            <a:chExt cx="19608875" cy="5301938"/>
          </a:xfrm>
        </p:grpSpPr>
        <p:sp>
          <p:nvSpPr>
            <p:cNvPr id="3" name="Freeform 3"/>
            <p:cNvSpPr/>
            <p:nvPr/>
          </p:nvSpPr>
          <p:spPr>
            <a:xfrm rot="5400000">
              <a:off x="4115851" y="-3727027"/>
              <a:ext cx="1543444" cy="9775147"/>
            </a:xfrm>
            <a:custGeom>
              <a:avLst/>
              <a:gdLst/>
              <a:ahLst/>
              <a:cxnLst/>
              <a:rect l="l" t="t" r="r" b="b"/>
              <a:pathLst>
                <a:path w="1543444" h="9775147">
                  <a:moveTo>
                    <a:pt x="0" y="0"/>
                  </a:moveTo>
                  <a:lnTo>
                    <a:pt x="1543445" y="0"/>
                  </a:lnTo>
                  <a:lnTo>
                    <a:pt x="1543445" y="9775147"/>
                  </a:lnTo>
                  <a:lnTo>
                    <a:pt x="0" y="9775147"/>
                  </a:lnTo>
                  <a:lnTo>
                    <a:pt x="0" y="0"/>
                  </a:lnTo>
                  <a:close/>
                </a:path>
              </a:pathLst>
            </a:custGeom>
            <a:blipFill>
              <a:blip>
                <a:alphaModFix amt="46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rot="5400000">
              <a:off x="4628676" y="-2183583"/>
              <a:ext cx="1543444" cy="9775147"/>
            </a:xfrm>
            <a:custGeom>
              <a:avLst/>
              <a:gdLst/>
              <a:ahLst/>
              <a:cxnLst/>
              <a:rect l="l" t="t" r="r" b="b"/>
              <a:pathLst>
                <a:path w="1543444" h="9775147">
                  <a:moveTo>
                    <a:pt x="0" y="0"/>
                  </a:moveTo>
                  <a:lnTo>
                    <a:pt x="1543444" y="0"/>
                  </a:lnTo>
                  <a:lnTo>
                    <a:pt x="1543444" y="9775147"/>
                  </a:lnTo>
                  <a:lnTo>
                    <a:pt x="0" y="9775147"/>
                  </a:lnTo>
                  <a:lnTo>
                    <a:pt x="0" y="0"/>
                  </a:lnTo>
                  <a:close/>
                </a:path>
              </a:pathLst>
            </a:custGeom>
            <a:blipFill>
              <a:blip>
                <a:alphaModFix amt="46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Freeform 5"/>
            <p:cNvSpPr/>
            <p:nvPr/>
          </p:nvSpPr>
          <p:spPr>
            <a:xfrm rot="5400000">
              <a:off x="4115851" y="-640138"/>
              <a:ext cx="1543444" cy="9775147"/>
            </a:xfrm>
            <a:custGeom>
              <a:avLst/>
              <a:gdLst/>
              <a:ahLst/>
              <a:cxnLst/>
              <a:rect l="l" t="t" r="r" b="b"/>
              <a:pathLst>
                <a:path w="1543444" h="9775147">
                  <a:moveTo>
                    <a:pt x="0" y="0"/>
                  </a:moveTo>
                  <a:lnTo>
                    <a:pt x="1543445" y="0"/>
                  </a:lnTo>
                  <a:lnTo>
                    <a:pt x="1543445" y="9775146"/>
                  </a:lnTo>
                  <a:lnTo>
                    <a:pt x="0" y="9775146"/>
                  </a:lnTo>
                  <a:lnTo>
                    <a:pt x="0" y="0"/>
                  </a:lnTo>
                  <a:close/>
                </a:path>
              </a:pathLst>
            </a:custGeom>
            <a:blipFill>
              <a:blip>
                <a:alphaModFix amt="46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6" name="Freeform 6"/>
            <p:cNvSpPr/>
            <p:nvPr/>
          </p:nvSpPr>
          <p:spPr>
            <a:xfrm rot="5400000">
              <a:off x="13436755" y="-3727027"/>
              <a:ext cx="1543444" cy="9775147"/>
            </a:xfrm>
            <a:custGeom>
              <a:avLst/>
              <a:gdLst/>
              <a:ahLst/>
              <a:cxnLst/>
              <a:rect l="l" t="t" r="r" b="b"/>
              <a:pathLst>
                <a:path w="1543444" h="9775147">
                  <a:moveTo>
                    <a:pt x="0" y="0"/>
                  </a:moveTo>
                  <a:lnTo>
                    <a:pt x="1543444" y="0"/>
                  </a:lnTo>
                  <a:lnTo>
                    <a:pt x="1543444" y="9775147"/>
                  </a:lnTo>
                  <a:lnTo>
                    <a:pt x="0" y="9775147"/>
                  </a:lnTo>
                  <a:lnTo>
                    <a:pt x="0" y="0"/>
                  </a:lnTo>
                  <a:close/>
                </a:path>
              </a:pathLst>
            </a:custGeom>
            <a:blipFill>
              <a:blip>
                <a:alphaModFix amt="46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7" name="Freeform 7"/>
            <p:cNvSpPr/>
            <p:nvPr/>
          </p:nvSpPr>
          <p:spPr>
            <a:xfrm rot="5400000">
              <a:off x="13949579" y="-2183583"/>
              <a:ext cx="1543444" cy="9775147"/>
            </a:xfrm>
            <a:custGeom>
              <a:avLst/>
              <a:gdLst/>
              <a:ahLst/>
              <a:cxnLst/>
              <a:rect l="l" t="t" r="r" b="b"/>
              <a:pathLst>
                <a:path w="1543444" h="9775147">
                  <a:moveTo>
                    <a:pt x="0" y="0"/>
                  </a:moveTo>
                  <a:lnTo>
                    <a:pt x="1543445" y="0"/>
                  </a:lnTo>
                  <a:lnTo>
                    <a:pt x="1543445" y="9775147"/>
                  </a:lnTo>
                  <a:lnTo>
                    <a:pt x="0" y="9775147"/>
                  </a:lnTo>
                  <a:lnTo>
                    <a:pt x="0" y="0"/>
                  </a:lnTo>
                  <a:close/>
                </a:path>
              </a:pathLst>
            </a:custGeom>
            <a:blipFill>
              <a:blip>
                <a:alphaModFix amt="46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8" name="Freeform 8"/>
            <p:cNvSpPr/>
            <p:nvPr/>
          </p:nvSpPr>
          <p:spPr>
            <a:xfrm rot="5400000">
              <a:off x="13436755" y="-640138"/>
              <a:ext cx="1543444" cy="9775147"/>
            </a:xfrm>
            <a:custGeom>
              <a:avLst/>
              <a:gdLst/>
              <a:ahLst/>
              <a:cxnLst/>
              <a:rect l="l" t="t" r="r" b="b"/>
              <a:pathLst>
                <a:path w="1543444" h="9775147">
                  <a:moveTo>
                    <a:pt x="0" y="0"/>
                  </a:moveTo>
                  <a:lnTo>
                    <a:pt x="1543444" y="0"/>
                  </a:lnTo>
                  <a:lnTo>
                    <a:pt x="1543444" y="9775146"/>
                  </a:lnTo>
                  <a:lnTo>
                    <a:pt x="0" y="9775146"/>
                  </a:lnTo>
                  <a:lnTo>
                    <a:pt x="0" y="0"/>
                  </a:lnTo>
                  <a:close/>
                </a:path>
              </a:pathLst>
            </a:custGeom>
            <a:blipFill>
              <a:blip>
                <a:alphaModFix amt="46000"/>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9" name="Group 9"/>
            <p:cNvGrpSpPr/>
            <p:nvPr/>
          </p:nvGrpSpPr>
          <p:grpSpPr>
            <a:xfrm>
              <a:off x="0" y="0"/>
              <a:ext cx="9775147" cy="5301938"/>
              <a:chOff x="0" y="0"/>
              <a:chExt cx="1083733" cy="587806"/>
            </a:xfrm>
          </p:grpSpPr>
          <p:sp>
            <p:nvSpPr>
              <p:cNvPr id="10" name="Freeform 10"/>
              <p:cNvSpPr/>
              <p:nvPr/>
            </p:nvSpPr>
            <p:spPr>
              <a:xfrm>
                <a:off x="0" y="0"/>
                <a:ext cx="1083733" cy="587806"/>
              </a:xfrm>
              <a:custGeom>
                <a:avLst/>
                <a:gdLst/>
                <a:ahLst/>
                <a:cxnLst/>
                <a:rect l="l" t="t" r="r" b="b"/>
                <a:pathLst>
                  <a:path w="1083733" h="587806">
                    <a:moveTo>
                      <a:pt x="0" y="0"/>
                    </a:moveTo>
                    <a:lnTo>
                      <a:pt x="1083733" y="0"/>
                    </a:lnTo>
                    <a:lnTo>
                      <a:pt x="1083733" y="587806"/>
                    </a:lnTo>
                    <a:lnTo>
                      <a:pt x="0" y="587806"/>
                    </a:lnTo>
                    <a:close/>
                  </a:path>
                </a:pathLst>
              </a:custGeom>
              <a:gradFill rotWithShape="1">
                <a:gsLst>
                  <a:gs pos="0">
                    <a:srgbClr val="080707">
                      <a:alpha val="100000"/>
                    </a:srgbClr>
                  </a:gs>
                  <a:gs pos="50000">
                    <a:srgbClr val="080707">
                      <a:alpha val="52500"/>
                    </a:srgbClr>
                  </a:gs>
                  <a:gs pos="100000">
                    <a:srgbClr val="080707">
                      <a:alpha val="0"/>
                    </a:srgbClr>
                  </a:gs>
                </a:gsLst>
                <a:lin ang="0"/>
              </a:gradFill>
            </p:spPr>
            <p:txBody>
              <a:bodyPr/>
              <a:lstStyle/>
              <a:p>
                <a:endParaRPr lang="en-IN"/>
              </a:p>
            </p:txBody>
          </p:sp>
          <p:sp>
            <p:nvSpPr>
              <p:cNvPr id="11" name="TextBox 11"/>
              <p:cNvSpPr txBox="1"/>
              <p:nvPr/>
            </p:nvSpPr>
            <p:spPr>
              <a:xfrm>
                <a:off x="0" y="-66675"/>
                <a:ext cx="1083733" cy="654481"/>
              </a:xfrm>
              <a:prstGeom prst="rect">
                <a:avLst/>
              </a:prstGeom>
            </p:spPr>
            <p:txBody>
              <a:bodyPr lIns="81751" tIns="81751" rIns="81751" bIns="81751" rtlCol="0" anchor="ctr"/>
              <a:lstStyle/>
              <a:p>
                <a:pPr algn="ctr">
                  <a:lnSpc>
                    <a:spcPts val="3360"/>
                  </a:lnSpc>
                </a:pPr>
                <a:endParaRPr dirty="0"/>
              </a:p>
            </p:txBody>
          </p:sp>
        </p:grpSp>
      </p:grpSp>
      <p:grpSp>
        <p:nvGrpSpPr>
          <p:cNvPr id="12" name="Group 12"/>
          <p:cNvGrpSpPr/>
          <p:nvPr/>
        </p:nvGrpSpPr>
        <p:grpSpPr>
          <a:xfrm>
            <a:off x="5562600" y="4367851"/>
            <a:ext cx="20084939" cy="5964200"/>
            <a:chOff x="0" y="-79105"/>
            <a:chExt cx="2684181" cy="788095"/>
          </a:xfrm>
        </p:grpSpPr>
        <p:sp>
          <p:nvSpPr>
            <p:cNvPr id="13" name="Freeform 13"/>
            <p:cNvSpPr/>
            <p:nvPr/>
          </p:nvSpPr>
          <p:spPr>
            <a:xfrm flipH="1">
              <a:off x="0" y="-79105"/>
              <a:ext cx="2684181" cy="788095"/>
            </a:xfrm>
            <a:custGeom>
              <a:avLst/>
              <a:gdLst/>
              <a:ahLst/>
              <a:cxnLst/>
              <a:rect l="l" t="t" r="r" b="b"/>
              <a:pathLst>
                <a:path w="2684181" h="788095">
                  <a:moveTo>
                    <a:pt x="2684181" y="0"/>
                  </a:moveTo>
                  <a:lnTo>
                    <a:pt x="0" y="0"/>
                  </a:lnTo>
                  <a:lnTo>
                    <a:pt x="0" y="788095"/>
                  </a:lnTo>
                  <a:lnTo>
                    <a:pt x="2684181" y="788095"/>
                  </a:lnTo>
                  <a:close/>
                </a:path>
              </a:pathLst>
            </a:custGeom>
            <a:blipFill>
              <a:blip r:embed="rId3"/>
              <a:stretch>
                <a:fillRect t="-1940" b="-1940"/>
              </a:stretch>
            </a:blipFill>
          </p:spPr>
          <p:txBody>
            <a:bodyPr/>
            <a:lstStyle/>
            <a:p>
              <a:endParaRPr lang="en-IN" dirty="0"/>
            </a:p>
          </p:txBody>
        </p:sp>
      </p:grpSp>
      <p:grpSp>
        <p:nvGrpSpPr>
          <p:cNvPr id="14" name="Group 14"/>
          <p:cNvGrpSpPr/>
          <p:nvPr/>
        </p:nvGrpSpPr>
        <p:grpSpPr>
          <a:xfrm>
            <a:off x="4916" y="-157250"/>
            <a:ext cx="14268133" cy="1638939"/>
            <a:chOff x="0" y="0"/>
            <a:chExt cx="19024177" cy="2185252"/>
          </a:xfrm>
        </p:grpSpPr>
        <p:sp>
          <p:nvSpPr>
            <p:cNvPr id="15" name="Freeform 15"/>
            <p:cNvSpPr/>
            <p:nvPr/>
          </p:nvSpPr>
          <p:spPr>
            <a:xfrm rot="-5400000">
              <a:off x="13326145" y="-3808292"/>
              <a:ext cx="1541681" cy="9763978"/>
            </a:xfrm>
            <a:custGeom>
              <a:avLst/>
              <a:gdLst/>
              <a:ahLst/>
              <a:cxnLst/>
              <a:rect l="l" t="t" r="r" b="b"/>
              <a:pathLst>
                <a:path w="1541681" h="9763978">
                  <a:moveTo>
                    <a:pt x="0" y="0"/>
                  </a:moveTo>
                  <a:lnTo>
                    <a:pt x="1541680" y="0"/>
                  </a:lnTo>
                  <a:lnTo>
                    <a:pt x="1541680" y="9763978"/>
                  </a:lnTo>
                  <a:lnTo>
                    <a:pt x="0" y="9763978"/>
                  </a:lnTo>
                  <a:lnTo>
                    <a:pt x="0" y="0"/>
                  </a:lnTo>
                  <a:close/>
                </a:path>
              </a:pathLst>
            </a:custGeom>
            <a:blipFill>
              <a:blip>
                <a:alphaModFix amt="73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16" name="Freeform 16"/>
            <p:cNvSpPr/>
            <p:nvPr/>
          </p:nvSpPr>
          <p:spPr>
            <a:xfrm rot="-5400000">
              <a:off x="4111149" y="-3848577"/>
              <a:ext cx="1541681" cy="9763978"/>
            </a:xfrm>
            <a:custGeom>
              <a:avLst/>
              <a:gdLst/>
              <a:ahLst/>
              <a:cxnLst/>
              <a:rect l="l" t="t" r="r" b="b"/>
              <a:pathLst>
                <a:path w="1541681" h="9763978">
                  <a:moveTo>
                    <a:pt x="0" y="0"/>
                  </a:moveTo>
                  <a:lnTo>
                    <a:pt x="1541680" y="0"/>
                  </a:lnTo>
                  <a:lnTo>
                    <a:pt x="1541680" y="9763977"/>
                  </a:lnTo>
                  <a:lnTo>
                    <a:pt x="0" y="9763977"/>
                  </a:lnTo>
                  <a:lnTo>
                    <a:pt x="0" y="0"/>
                  </a:lnTo>
                  <a:close/>
                </a:path>
              </a:pathLst>
            </a:custGeom>
            <a:blipFill>
              <a:blip>
                <a:alphaModFix amt="73000"/>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7" name="Group 17"/>
            <p:cNvGrpSpPr/>
            <p:nvPr/>
          </p:nvGrpSpPr>
          <p:grpSpPr>
            <a:xfrm rot="-10800000">
              <a:off x="11302785" y="0"/>
              <a:ext cx="7721392" cy="2185252"/>
              <a:chOff x="0" y="0"/>
              <a:chExt cx="857021" cy="242548"/>
            </a:xfrm>
          </p:grpSpPr>
          <p:sp>
            <p:nvSpPr>
              <p:cNvPr id="18" name="Freeform 18"/>
              <p:cNvSpPr/>
              <p:nvPr/>
            </p:nvSpPr>
            <p:spPr>
              <a:xfrm>
                <a:off x="0" y="0"/>
                <a:ext cx="857021" cy="242548"/>
              </a:xfrm>
              <a:custGeom>
                <a:avLst/>
                <a:gdLst/>
                <a:ahLst/>
                <a:cxnLst/>
                <a:rect l="l" t="t" r="r" b="b"/>
                <a:pathLst>
                  <a:path w="857021" h="242548">
                    <a:moveTo>
                      <a:pt x="0" y="0"/>
                    </a:moveTo>
                    <a:lnTo>
                      <a:pt x="857021" y="0"/>
                    </a:lnTo>
                    <a:lnTo>
                      <a:pt x="857021" y="242548"/>
                    </a:lnTo>
                    <a:lnTo>
                      <a:pt x="0" y="242548"/>
                    </a:lnTo>
                    <a:close/>
                  </a:path>
                </a:pathLst>
              </a:custGeom>
              <a:gradFill rotWithShape="1">
                <a:gsLst>
                  <a:gs pos="0">
                    <a:srgbClr val="080707">
                      <a:alpha val="53290"/>
                    </a:srgbClr>
                  </a:gs>
                  <a:gs pos="50000">
                    <a:srgbClr val="080707">
                      <a:alpha val="25313"/>
                    </a:srgbClr>
                  </a:gs>
                  <a:gs pos="100000">
                    <a:srgbClr val="080707">
                      <a:alpha val="0"/>
                    </a:srgbClr>
                  </a:gs>
                </a:gsLst>
                <a:lin ang="0"/>
              </a:gradFill>
            </p:spPr>
            <p:txBody>
              <a:bodyPr/>
              <a:lstStyle/>
              <a:p>
                <a:endParaRPr lang="en-IN"/>
              </a:p>
            </p:txBody>
          </p:sp>
          <p:sp>
            <p:nvSpPr>
              <p:cNvPr id="19" name="TextBox 19"/>
              <p:cNvSpPr txBox="1"/>
              <p:nvPr/>
            </p:nvSpPr>
            <p:spPr>
              <a:xfrm>
                <a:off x="0" y="-66675"/>
                <a:ext cx="857021" cy="309223"/>
              </a:xfrm>
              <a:prstGeom prst="rect">
                <a:avLst/>
              </a:prstGeom>
            </p:spPr>
            <p:txBody>
              <a:bodyPr lIns="90407" tIns="90407" rIns="90407" bIns="90407" rtlCol="0" anchor="ctr"/>
              <a:lstStyle/>
              <a:p>
                <a:pPr algn="ctr">
                  <a:lnSpc>
                    <a:spcPts val="3360"/>
                  </a:lnSpc>
                </a:pPr>
                <a:endParaRPr/>
              </a:p>
            </p:txBody>
          </p:sp>
        </p:grpSp>
      </p:grpSp>
      <p:sp>
        <p:nvSpPr>
          <p:cNvPr id="20" name="TextBox 20"/>
          <p:cNvSpPr txBox="1"/>
          <p:nvPr/>
        </p:nvSpPr>
        <p:spPr>
          <a:xfrm>
            <a:off x="2994822" y="2182410"/>
            <a:ext cx="3576426" cy="1252843"/>
          </a:xfrm>
          <a:prstGeom prst="rect">
            <a:avLst/>
          </a:prstGeom>
        </p:spPr>
        <p:txBody>
          <a:bodyPr wrap="square" lIns="0" tIns="0" rIns="0" bIns="0" rtlCol="0" anchor="t">
            <a:spAutoFit/>
          </a:bodyPr>
          <a:lstStyle/>
          <a:p>
            <a:pPr marL="0" lvl="0" indent="0" algn="l">
              <a:lnSpc>
                <a:spcPts val="10999"/>
              </a:lnSpc>
            </a:pPr>
            <a:r>
              <a:rPr lang="en-US" sz="6000" dirty="0">
                <a:solidFill>
                  <a:srgbClr val="FFEAEA"/>
                </a:solidFill>
                <a:latin typeface="Etna Sans Serif"/>
                <a:ea typeface="Etna Sans Serif"/>
                <a:cs typeface="Etna Sans Serif"/>
                <a:sym typeface="Etna Sans Serif"/>
              </a:rPr>
              <a:t>CarPriceIQ</a:t>
            </a:r>
          </a:p>
        </p:txBody>
      </p:sp>
      <p:sp>
        <p:nvSpPr>
          <p:cNvPr id="21" name="TextBox 21"/>
          <p:cNvSpPr txBox="1"/>
          <p:nvPr/>
        </p:nvSpPr>
        <p:spPr>
          <a:xfrm>
            <a:off x="751670" y="6661806"/>
            <a:ext cx="7487380" cy="2151102"/>
          </a:xfrm>
          <a:prstGeom prst="rect">
            <a:avLst/>
          </a:prstGeom>
        </p:spPr>
        <p:txBody>
          <a:bodyPr wrap="square" lIns="0" tIns="0" rIns="0" bIns="0" rtlCol="0" anchor="t">
            <a:spAutoFit/>
          </a:bodyPr>
          <a:lstStyle/>
          <a:p>
            <a:pPr lvl="0"/>
            <a:r>
              <a:rPr lang="en-IN" sz="2400" dirty="0">
                <a:solidFill>
                  <a:schemeClr val="bg1"/>
                </a:solidFill>
              </a:rPr>
              <a:t>Presented by: </a:t>
            </a:r>
            <a:r>
              <a:rPr lang="en-IN" sz="2800" dirty="0">
                <a:solidFill>
                  <a:srgbClr val="C00000"/>
                </a:solidFill>
              </a:rPr>
              <a:t>Rohit Kumar Prajapati, MCA 2nd Year</a:t>
            </a:r>
          </a:p>
          <a:p>
            <a:pPr lvl="0"/>
            <a:r>
              <a:rPr lang="en-IN" sz="2400" dirty="0">
                <a:solidFill>
                  <a:schemeClr val="bg1"/>
                </a:solidFill>
              </a:rPr>
              <a:t>Internship Coordinator: </a:t>
            </a:r>
            <a:r>
              <a:rPr lang="en-IN" sz="2800" dirty="0">
                <a:solidFill>
                  <a:srgbClr val="C00000"/>
                </a:solidFill>
              </a:rPr>
              <a:t>Prof</a:t>
            </a:r>
            <a:r>
              <a:rPr lang="en-IN" sz="2800" dirty="0">
                <a:solidFill>
                  <a:schemeClr val="bg1"/>
                </a:solidFill>
              </a:rPr>
              <a:t> </a:t>
            </a:r>
            <a:r>
              <a:rPr lang="en-IN" sz="2800" dirty="0">
                <a:solidFill>
                  <a:srgbClr val="C00000"/>
                </a:solidFill>
              </a:rPr>
              <a:t>Bibhudendu</a:t>
            </a:r>
            <a:r>
              <a:rPr lang="en-IN" sz="2800" dirty="0">
                <a:solidFill>
                  <a:schemeClr val="bg1"/>
                </a:solidFill>
              </a:rPr>
              <a:t> </a:t>
            </a:r>
            <a:r>
              <a:rPr lang="en-IN" sz="2800" dirty="0">
                <a:solidFill>
                  <a:srgbClr val="C00000"/>
                </a:solidFill>
              </a:rPr>
              <a:t>Panda</a:t>
            </a:r>
          </a:p>
          <a:p>
            <a:pPr lvl="0"/>
            <a:r>
              <a:rPr lang="en-IN" sz="2400" dirty="0">
                <a:solidFill>
                  <a:schemeClr val="bg1"/>
                </a:solidFill>
              </a:rPr>
              <a:t>GitHub: </a:t>
            </a:r>
            <a:r>
              <a:rPr lang="en-IN" sz="2800" dirty="0">
                <a:solidFill>
                  <a:srgbClr val="C00000"/>
                </a:solidFill>
              </a:rPr>
              <a:t>github.com/rohitkumarprajapati472-                 lab/CarpriceIQ</a:t>
            </a:r>
          </a:p>
          <a:p>
            <a:pPr marL="0" lvl="0" indent="0" algn="l">
              <a:lnSpc>
                <a:spcPts val="3359"/>
              </a:lnSpc>
              <a:spcBef>
                <a:spcPct val="0"/>
              </a:spcBef>
            </a:pPr>
            <a:endParaRPr lang="en-US" sz="2800" dirty="0">
              <a:solidFill>
                <a:schemeClr val="bg1"/>
              </a:solidFill>
              <a:latin typeface="Poppins"/>
              <a:ea typeface="Poppins"/>
              <a:cs typeface="Poppins"/>
              <a:sym typeface="Poppins"/>
            </a:endParaRPr>
          </a:p>
        </p:txBody>
      </p:sp>
      <p:sp>
        <p:nvSpPr>
          <p:cNvPr id="26" name="TextBox 25">
            <a:extLst>
              <a:ext uri="{FF2B5EF4-FFF2-40B4-BE49-F238E27FC236}">
                <a16:creationId xmlns:a16="http://schemas.microsoft.com/office/drawing/2014/main" id="{D4964124-3AD3-852F-CA93-34C4EE66DFB1}"/>
              </a:ext>
            </a:extLst>
          </p:cNvPr>
          <p:cNvSpPr txBox="1"/>
          <p:nvPr/>
        </p:nvSpPr>
        <p:spPr>
          <a:xfrm>
            <a:off x="6573746" y="2977936"/>
            <a:ext cx="2895600" cy="369332"/>
          </a:xfrm>
          <a:prstGeom prst="rect">
            <a:avLst/>
          </a:prstGeom>
          <a:noFill/>
        </p:spPr>
        <p:txBody>
          <a:bodyPr wrap="square" rtlCol="0">
            <a:spAutoFit/>
          </a:bodyPr>
          <a:lstStyle/>
          <a:p>
            <a:r>
              <a:rPr lang="en-US" b="1" dirty="0">
                <a:solidFill>
                  <a:schemeClr val="bg1"/>
                </a:solidFill>
              </a:rPr>
              <a:t>Car Price Prediction</a:t>
            </a:r>
            <a:endParaRPr lang="en-IN" b="1" dirty="0">
              <a:solidFill>
                <a:schemeClr val="bg1"/>
              </a:solidFill>
            </a:endParaRPr>
          </a:p>
        </p:txBody>
      </p:sp>
      <p:sp>
        <p:nvSpPr>
          <p:cNvPr id="27" name="TextBox 26">
            <a:extLst>
              <a:ext uri="{FF2B5EF4-FFF2-40B4-BE49-F238E27FC236}">
                <a16:creationId xmlns:a16="http://schemas.microsoft.com/office/drawing/2014/main" id="{7DBF468B-084D-95D0-FA31-5985084CA839}"/>
              </a:ext>
            </a:extLst>
          </p:cNvPr>
          <p:cNvSpPr txBox="1"/>
          <p:nvPr/>
        </p:nvSpPr>
        <p:spPr>
          <a:xfrm>
            <a:off x="2945921" y="3296530"/>
            <a:ext cx="10058400" cy="1754326"/>
          </a:xfrm>
          <a:prstGeom prst="rect">
            <a:avLst/>
          </a:prstGeom>
          <a:noFill/>
        </p:spPr>
        <p:txBody>
          <a:bodyPr wrap="square" rtlCol="0">
            <a:spAutoFit/>
          </a:bodyPr>
          <a:lstStyle/>
          <a:p>
            <a:r>
              <a:rPr lang="en-IN" sz="3600" b="1" dirty="0">
                <a:solidFill>
                  <a:schemeClr val="bg1"/>
                </a:solidFill>
              </a:rPr>
              <a:t>Predicting Car Prices with Intelligent Machine Learning Models</a:t>
            </a:r>
          </a:p>
          <a:p>
            <a:endParaRPr lang="en-IN" sz="3600"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0707"/>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3926476" y="737"/>
            <a:ext cx="14268133" cy="1638939"/>
            <a:chOff x="0" y="0"/>
            <a:chExt cx="19024177" cy="2185252"/>
          </a:xfrm>
        </p:grpSpPr>
        <p:sp>
          <p:nvSpPr>
            <p:cNvPr id="3" name="Freeform 3"/>
            <p:cNvSpPr/>
            <p:nvPr/>
          </p:nvSpPr>
          <p:spPr>
            <a:xfrm rot="-5400000">
              <a:off x="13326145" y="-3808292"/>
              <a:ext cx="1541681" cy="9763978"/>
            </a:xfrm>
            <a:custGeom>
              <a:avLst/>
              <a:gdLst/>
              <a:ahLst/>
              <a:cxnLst/>
              <a:rect l="l" t="t" r="r" b="b"/>
              <a:pathLst>
                <a:path w="1541681" h="9763978">
                  <a:moveTo>
                    <a:pt x="0" y="0"/>
                  </a:moveTo>
                  <a:lnTo>
                    <a:pt x="1541680" y="0"/>
                  </a:lnTo>
                  <a:lnTo>
                    <a:pt x="1541680" y="9763978"/>
                  </a:lnTo>
                  <a:lnTo>
                    <a:pt x="0" y="9763978"/>
                  </a:lnTo>
                  <a:lnTo>
                    <a:pt x="0" y="0"/>
                  </a:lnTo>
                  <a:close/>
                </a:path>
              </a:pathLst>
            </a:custGeom>
            <a:blipFill>
              <a:blip>
                <a:alphaModFix amt="73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rot="-5400000">
              <a:off x="4111149" y="-3848577"/>
              <a:ext cx="1541681" cy="9763978"/>
            </a:xfrm>
            <a:custGeom>
              <a:avLst/>
              <a:gdLst/>
              <a:ahLst/>
              <a:cxnLst/>
              <a:rect l="l" t="t" r="r" b="b"/>
              <a:pathLst>
                <a:path w="1541681" h="9763978">
                  <a:moveTo>
                    <a:pt x="0" y="0"/>
                  </a:moveTo>
                  <a:lnTo>
                    <a:pt x="1541680" y="0"/>
                  </a:lnTo>
                  <a:lnTo>
                    <a:pt x="1541680" y="9763977"/>
                  </a:lnTo>
                  <a:lnTo>
                    <a:pt x="0" y="9763977"/>
                  </a:lnTo>
                  <a:lnTo>
                    <a:pt x="0" y="0"/>
                  </a:lnTo>
                  <a:close/>
                </a:path>
              </a:pathLst>
            </a:custGeom>
            <a:blipFill>
              <a:blip>
                <a:alphaModFix amt="73000"/>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5" name="Group 5"/>
            <p:cNvGrpSpPr/>
            <p:nvPr/>
          </p:nvGrpSpPr>
          <p:grpSpPr>
            <a:xfrm rot="-10800000">
              <a:off x="9214996" y="0"/>
              <a:ext cx="9809181" cy="2185252"/>
              <a:chOff x="0" y="0"/>
              <a:chExt cx="1088751" cy="242548"/>
            </a:xfrm>
          </p:grpSpPr>
          <p:sp>
            <p:nvSpPr>
              <p:cNvPr id="6" name="Freeform 6"/>
              <p:cNvSpPr/>
              <p:nvPr/>
            </p:nvSpPr>
            <p:spPr>
              <a:xfrm>
                <a:off x="0" y="0"/>
                <a:ext cx="1088751" cy="242548"/>
              </a:xfrm>
              <a:custGeom>
                <a:avLst/>
                <a:gdLst/>
                <a:ahLst/>
                <a:cxnLst/>
                <a:rect l="l" t="t" r="r" b="b"/>
                <a:pathLst>
                  <a:path w="1088751" h="242548">
                    <a:moveTo>
                      <a:pt x="0" y="0"/>
                    </a:moveTo>
                    <a:lnTo>
                      <a:pt x="1088751" y="0"/>
                    </a:lnTo>
                    <a:lnTo>
                      <a:pt x="1088751" y="242548"/>
                    </a:lnTo>
                    <a:lnTo>
                      <a:pt x="0" y="242548"/>
                    </a:lnTo>
                    <a:close/>
                  </a:path>
                </a:pathLst>
              </a:custGeom>
              <a:gradFill rotWithShape="1">
                <a:gsLst>
                  <a:gs pos="0">
                    <a:srgbClr val="080707">
                      <a:alpha val="73000"/>
                    </a:srgbClr>
                  </a:gs>
                  <a:gs pos="50000">
                    <a:srgbClr val="080707">
                      <a:alpha val="34675"/>
                    </a:srgbClr>
                  </a:gs>
                  <a:gs pos="100000">
                    <a:srgbClr val="080707">
                      <a:alpha val="0"/>
                    </a:srgbClr>
                  </a:gs>
                </a:gsLst>
                <a:lin ang="0"/>
              </a:gradFill>
            </p:spPr>
            <p:txBody>
              <a:bodyPr/>
              <a:lstStyle/>
              <a:p>
                <a:endParaRPr lang="en-IN"/>
              </a:p>
            </p:txBody>
          </p:sp>
          <p:sp>
            <p:nvSpPr>
              <p:cNvPr id="7" name="TextBox 7"/>
              <p:cNvSpPr txBox="1"/>
              <p:nvPr/>
            </p:nvSpPr>
            <p:spPr>
              <a:xfrm>
                <a:off x="0" y="-66675"/>
                <a:ext cx="1088751" cy="309223"/>
              </a:xfrm>
              <a:prstGeom prst="rect">
                <a:avLst/>
              </a:prstGeom>
            </p:spPr>
            <p:txBody>
              <a:bodyPr lIns="90407" tIns="90407" rIns="90407" bIns="90407" rtlCol="0" anchor="ctr"/>
              <a:lstStyle/>
              <a:p>
                <a:pPr algn="ctr">
                  <a:lnSpc>
                    <a:spcPts val="3360"/>
                  </a:lnSpc>
                </a:pPr>
                <a:endParaRPr/>
              </a:p>
            </p:txBody>
          </p:sp>
        </p:grpSp>
      </p:grpSp>
      <p:grpSp>
        <p:nvGrpSpPr>
          <p:cNvPr id="8" name="Group 8"/>
          <p:cNvGrpSpPr/>
          <p:nvPr/>
        </p:nvGrpSpPr>
        <p:grpSpPr>
          <a:xfrm>
            <a:off x="282472" y="8526486"/>
            <a:ext cx="14268133" cy="1638939"/>
            <a:chOff x="0" y="0"/>
            <a:chExt cx="19024177" cy="2185252"/>
          </a:xfrm>
        </p:grpSpPr>
        <p:sp>
          <p:nvSpPr>
            <p:cNvPr id="9" name="Freeform 9"/>
            <p:cNvSpPr/>
            <p:nvPr/>
          </p:nvSpPr>
          <p:spPr>
            <a:xfrm rot="-5400000">
              <a:off x="13326145" y="-3808292"/>
              <a:ext cx="1541681" cy="9763978"/>
            </a:xfrm>
            <a:custGeom>
              <a:avLst/>
              <a:gdLst/>
              <a:ahLst/>
              <a:cxnLst/>
              <a:rect l="l" t="t" r="r" b="b"/>
              <a:pathLst>
                <a:path w="1541681" h="9763978">
                  <a:moveTo>
                    <a:pt x="0" y="0"/>
                  </a:moveTo>
                  <a:lnTo>
                    <a:pt x="1541680" y="0"/>
                  </a:lnTo>
                  <a:lnTo>
                    <a:pt x="1541680" y="9763978"/>
                  </a:lnTo>
                  <a:lnTo>
                    <a:pt x="0" y="9763978"/>
                  </a:lnTo>
                  <a:lnTo>
                    <a:pt x="0" y="0"/>
                  </a:lnTo>
                  <a:close/>
                </a:path>
              </a:pathLst>
            </a:custGeom>
            <a:blipFill>
              <a:blip>
                <a:alphaModFix amt="73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10" name="Freeform 10"/>
            <p:cNvSpPr/>
            <p:nvPr/>
          </p:nvSpPr>
          <p:spPr>
            <a:xfrm rot="-5400000">
              <a:off x="4111149" y="-3848577"/>
              <a:ext cx="1541681" cy="9763978"/>
            </a:xfrm>
            <a:custGeom>
              <a:avLst/>
              <a:gdLst/>
              <a:ahLst/>
              <a:cxnLst/>
              <a:rect l="l" t="t" r="r" b="b"/>
              <a:pathLst>
                <a:path w="1541681" h="9763978">
                  <a:moveTo>
                    <a:pt x="0" y="0"/>
                  </a:moveTo>
                  <a:lnTo>
                    <a:pt x="1541680" y="0"/>
                  </a:lnTo>
                  <a:lnTo>
                    <a:pt x="1541680" y="9763977"/>
                  </a:lnTo>
                  <a:lnTo>
                    <a:pt x="0" y="9763977"/>
                  </a:lnTo>
                  <a:lnTo>
                    <a:pt x="0" y="0"/>
                  </a:lnTo>
                  <a:close/>
                </a:path>
              </a:pathLst>
            </a:custGeom>
            <a:blipFill>
              <a:blip>
                <a:alphaModFix amt="73000"/>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1" name="Group 11"/>
            <p:cNvGrpSpPr/>
            <p:nvPr/>
          </p:nvGrpSpPr>
          <p:grpSpPr>
            <a:xfrm rot="-10800000">
              <a:off x="9214996" y="0"/>
              <a:ext cx="9809181" cy="2185252"/>
              <a:chOff x="0" y="0"/>
              <a:chExt cx="1088751" cy="242548"/>
            </a:xfrm>
          </p:grpSpPr>
          <p:sp>
            <p:nvSpPr>
              <p:cNvPr id="12" name="Freeform 12"/>
              <p:cNvSpPr/>
              <p:nvPr/>
            </p:nvSpPr>
            <p:spPr>
              <a:xfrm>
                <a:off x="0" y="0"/>
                <a:ext cx="1088751" cy="242548"/>
              </a:xfrm>
              <a:custGeom>
                <a:avLst/>
                <a:gdLst/>
                <a:ahLst/>
                <a:cxnLst/>
                <a:rect l="l" t="t" r="r" b="b"/>
                <a:pathLst>
                  <a:path w="1088751" h="242548">
                    <a:moveTo>
                      <a:pt x="0" y="0"/>
                    </a:moveTo>
                    <a:lnTo>
                      <a:pt x="1088751" y="0"/>
                    </a:lnTo>
                    <a:lnTo>
                      <a:pt x="1088751" y="242548"/>
                    </a:lnTo>
                    <a:lnTo>
                      <a:pt x="0" y="242548"/>
                    </a:lnTo>
                    <a:close/>
                  </a:path>
                </a:pathLst>
              </a:custGeom>
              <a:gradFill rotWithShape="1">
                <a:gsLst>
                  <a:gs pos="0">
                    <a:srgbClr val="080707">
                      <a:alpha val="73000"/>
                    </a:srgbClr>
                  </a:gs>
                  <a:gs pos="50000">
                    <a:srgbClr val="080707">
                      <a:alpha val="34675"/>
                    </a:srgbClr>
                  </a:gs>
                  <a:gs pos="100000">
                    <a:srgbClr val="080707">
                      <a:alpha val="0"/>
                    </a:srgbClr>
                  </a:gs>
                </a:gsLst>
                <a:lin ang="0"/>
              </a:gradFill>
            </p:spPr>
            <p:txBody>
              <a:bodyPr/>
              <a:lstStyle/>
              <a:p>
                <a:endParaRPr lang="en-IN"/>
              </a:p>
            </p:txBody>
          </p:sp>
          <p:sp>
            <p:nvSpPr>
              <p:cNvPr id="13" name="TextBox 13"/>
              <p:cNvSpPr txBox="1"/>
              <p:nvPr/>
            </p:nvSpPr>
            <p:spPr>
              <a:xfrm>
                <a:off x="0" y="-66675"/>
                <a:ext cx="1088751" cy="309223"/>
              </a:xfrm>
              <a:prstGeom prst="rect">
                <a:avLst/>
              </a:prstGeom>
            </p:spPr>
            <p:txBody>
              <a:bodyPr lIns="90407" tIns="90407" rIns="90407" bIns="90407" rtlCol="0" anchor="ctr"/>
              <a:lstStyle/>
              <a:p>
                <a:pPr algn="ctr">
                  <a:lnSpc>
                    <a:spcPts val="3360"/>
                  </a:lnSpc>
                </a:pPr>
                <a:endParaRPr/>
              </a:p>
            </p:txBody>
          </p:sp>
        </p:grpSp>
      </p:grpSp>
      <p:grpSp>
        <p:nvGrpSpPr>
          <p:cNvPr id="20" name="Group 20"/>
          <p:cNvGrpSpPr/>
          <p:nvPr/>
        </p:nvGrpSpPr>
        <p:grpSpPr>
          <a:xfrm rot="-5400000">
            <a:off x="-2895600" y="5309023"/>
            <a:ext cx="8151677" cy="8151677"/>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D10721">
                    <a:alpha val="95000"/>
                  </a:srgbClr>
                </a:gs>
                <a:gs pos="50000">
                  <a:srgbClr val="D00721">
                    <a:alpha val="3325"/>
                  </a:srgbClr>
                </a:gs>
                <a:gs pos="100000">
                  <a:srgbClr val="D00721">
                    <a:alpha val="0"/>
                  </a:srgbClr>
                </a:gs>
              </a:gsLst>
              <a:path path="circle">
                <a:fillToRect l="50000" t="50000" r="50000" b="50000"/>
              </a:path>
            </a:gradFill>
          </p:spPr>
          <p:txBody>
            <a:bodyPr/>
            <a:lstStyle/>
            <a:p>
              <a:endParaRPr lang="en-IN"/>
            </a:p>
          </p:txBody>
        </p:sp>
        <p:sp>
          <p:nvSpPr>
            <p:cNvPr id="22" name="TextBox 22"/>
            <p:cNvSpPr txBox="1"/>
            <p:nvPr/>
          </p:nvSpPr>
          <p:spPr>
            <a:xfrm>
              <a:off x="76200" y="9525"/>
              <a:ext cx="660400" cy="727075"/>
            </a:xfrm>
            <a:prstGeom prst="rect">
              <a:avLst/>
            </a:prstGeom>
          </p:spPr>
          <p:txBody>
            <a:bodyPr lIns="50800" tIns="50800" rIns="50800" bIns="50800" rtlCol="0" anchor="ctr"/>
            <a:lstStyle/>
            <a:p>
              <a:pPr algn="ctr">
                <a:lnSpc>
                  <a:spcPts val="3360"/>
                </a:lnSpc>
              </a:pPr>
              <a:endParaRPr/>
            </a:p>
          </p:txBody>
        </p:sp>
      </p:grpSp>
      <p:grpSp>
        <p:nvGrpSpPr>
          <p:cNvPr id="23" name="Group 23"/>
          <p:cNvGrpSpPr/>
          <p:nvPr/>
        </p:nvGrpSpPr>
        <p:grpSpPr>
          <a:xfrm rot="-5400000">
            <a:off x="13614422" y="-3524727"/>
            <a:ext cx="8151677" cy="8151677"/>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D10721">
                    <a:alpha val="95000"/>
                  </a:srgbClr>
                </a:gs>
                <a:gs pos="50000">
                  <a:srgbClr val="D00721">
                    <a:alpha val="3325"/>
                  </a:srgbClr>
                </a:gs>
                <a:gs pos="100000">
                  <a:srgbClr val="D00721">
                    <a:alpha val="0"/>
                  </a:srgbClr>
                </a:gs>
              </a:gsLst>
              <a:path path="circle">
                <a:fillToRect l="50000" t="50000" r="50000" b="50000"/>
              </a:path>
            </a:gradFill>
          </p:spPr>
          <p:txBody>
            <a:bodyPr/>
            <a:lstStyle/>
            <a:p>
              <a:endParaRPr lang="en-IN"/>
            </a:p>
          </p:txBody>
        </p:sp>
        <p:sp>
          <p:nvSpPr>
            <p:cNvPr id="25" name="TextBox 25"/>
            <p:cNvSpPr txBox="1"/>
            <p:nvPr/>
          </p:nvSpPr>
          <p:spPr>
            <a:xfrm>
              <a:off x="76200" y="9525"/>
              <a:ext cx="660400" cy="727075"/>
            </a:xfrm>
            <a:prstGeom prst="rect">
              <a:avLst/>
            </a:prstGeom>
          </p:spPr>
          <p:txBody>
            <a:bodyPr lIns="50800" tIns="50800" rIns="50800" bIns="50800" rtlCol="0" anchor="ctr"/>
            <a:lstStyle/>
            <a:p>
              <a:pPr algn="ctr">
                <a:lnSpc>
                  <a:spcPts val="3360"/>
                </a:lnSpc>
              </a:pPr>
              <a:endParaRPr/>
            </a:p>
          </p:txBody>
        </p:sp>
      </p:grpSp>
      <p:grpSp>
        <p:nvGrpSpPr>
          <p:cNvPr id="26" name="Group 26"/>
          <p:cNvGrpSpPr/>
          <p:nvPr/>
        </p:nvGrpSpPr>
        <p:grpSpPr>
          <a:xfrm>
            <a:off x="519853" y="1675809"/>
            <a:ext cx="9739832" cy="1019792"/>
            <a:chOff x="0" y="0"/>
            <a:chExt cx="1224586" cy="268587"/>
          </a:xfrm>
        </p:grpSpPr>
        <p:sp>
          <p:nvSpPr>
            <p:cNvPr id="27" name="Freeform 27"/>
            <p:cNvSpPr/>
            <p:nvPr/>
          </p:nvSpPr>
          <p:spPr>
            <a:xfrm>
              <a:off x="0" y="0"/>
              <a:ext cx="1224586" cy="268587"/>
            </a:xfrm>
            <a:custGeom>
              <a:avLst/>
              <a:gdLst/>
              <a:ahLst/>
              <a:cxnLst/>
              <a:rect l="l" t="t" r="r" b="b"/>
              <a:pathLst>
                <a:path w="1224586" h="268587">
                  <a:moveTo>
                    <a:pt x="0" y="0"/>
                  </a:moveTo>
                  <a:lnTo>
                    <a:pt x="1224586" y="0"/>
                  </a:lnTo>
                  <a:lnTo>
                    <a:pt x="1224586" y="268587"/>
                  </a:lnTo>
                  <a:lnTo>
                    <a:pt x="0" y="268587"/>
                  </a:lnTo>
                  <a:close/>
                </a:path>
              </a:pathLst>
            </a:custGeom>
            <a:solidFill>
              <a:srgbClr val="D10721"/>
            </a:solidFill>
          </p:spPr>
          <p:txBody>
            <a:bodyPr/>
            <a:lstStyle/>
            <a:p>
              <a:endParaRPr lang="en-IN" dirty="0"/>
            </a:p>
          </p:txBody>
        </p:sp>
        <p:sp>
          <p:nvSpPr>
            <p:cNvPr id="28" name="TextBox 28"/>
            <p:cNvSpPr txBox="1"/>
            <p:nvPr/>
          </p:nvSpPr>
          <p:spPr>
            <a:xfrm>
              <a:off x="0" y="-66675"/>
              <a:ext cx="1224586" cy="335262"/>
            </a:xfrm>
            <a:prstGeom prst="rect">
              <a:avLst/>
            </a:prstGeom>
          </p:spPr>
          <p:txBody>
            <a:bodyPr lIns="50800" tIns="50800" rIns="50800" bIns="50800" rtlCol="0" anchor="ctr"/>
            <a:lstStyle/>
            <a:p>
              <a:pPr algn="ctr">
                <a:lnSpc>
                  <a:spcPts val="3360"/>
                </a:lnSpc>
              </a:pPr>
              <a:endParaRPr/>
            </a:p>
          </p:txBody>
        </p:sp>
      </p:grpSp>
      <p:sp>
        <p:nvSpPr>
          <p:cNvPr id="35" name="TextBox 35"/>
          <p:cNvSpPr txBox="1"/>
          <p:nvPr/>
        </p:nvSpPr>
        <p:spPr>
          <a:xfrm>
            <a:off x="-92086" y="1732407"/>
            <a:ext cx="10126815" cy="906595"/>
          </a:xfrm>
          <a:prstGeom prst="rect">
            <a:avLst/>
          </a:prstGeom>
        </p:spPr>
        <p:txBody>
          <a:bodyPr wrap="square" lIns="0" tIns="0" rIns="0" bIns="0" rtlCol="0" anchor="t">
            <a:spAutoFit/>
          </a:bodyPr>
          <a:lstStyle/>
          <a:p>
            <a:pPr marL="0" lvl="0" indent="0" algn="ctr">
              <a:lnSpc>
                <a:spcPts val="7440"/>
              </a:lnSpc>
            </a:pPr>
            <a:r>
              <a:rPr lang="en-US" sz="6000" dirty="0">
                <a:solidFill>
                  <a:srgbClr val="FFEAEA"/>
                </a:solidFill>
                <a:latin typeface="Etna Sans Serif"/>
                <a:ea typeface="Etna Sans Serif"/>
                <a:cs typeface="Etna Sans Serif"/>
                <a:sym typeface="Etna Sans Serif"/>
              </a:rPr>
              <a:t>Problem Statement -</a:t>
            </a:r>
          </a:p>
        </p:txBody>
      </p:sp>
      <p:sp>
        <p:nvSpPr>
          <p:cNvPr id="37" name="TextBox 37"/>
          <p:cNvSpPr txBox="1"/>
          <p:nvPr/>
        </p:nvSpPr>
        <p:spPr>
          <a:xfrm>
            <a:off x="609600" y="2981351"/>
            <a:ext cx="16992599" cy="1969770"/>
          </a:xfrm>
          <a:prstGeom prst="rect">
            <a:avLst/>
          </a:prstGeom>
        </p:spPr>
        <p:txBody>
          <a:bodyPr wrap="square" lIns="0" tIns="0" rIns="0" bIns="0" rtlCol="0" anchor="t">
            <a:spAutoFit/>
          </a:bodyPr>
          <a:lstStyle/>
          <a:p>
            <a:pPr lvl="0" algn="just">
              <a:spcBef>
                <a:spcPct val="0"/>
              </a:spcBef>
            </a:pPr>
            <a:r>
              <a:rPr lang="en-IN" sz="3200" dirty="0">
                <a:solidFill>
                  <a:schemeClr val="bg1"/>
                </a:solidFill>
              </a:rPr>
              <a:t>Determining the correct price of a used car is difficult because many factors affect it, such as brand, model, age, kilometres driven, fuel type, transmission, owner type, engine and seats. Sellers often misjudge the value, and buyers cannot easily tell whether a price is fair. This leads to overpricing, underpricing and poor decisions.</a:t>
            </a:r>
            <a:endParaRPr lang="en-US" sz="3200" dirty="0">
              <a:solidFill>
                <a:schemeClr val="bg1"/>
              </a:solidFill>
              <a:latin typeface="Poppins"/>
              <a:ea typeface="Poppins"/>
              <a:cs typeface="Poppins"/>
              <a:sym typeface="Poppins"/>
            </a:endParaRPr>
          </a:p>
        </p:txBody>
      </p:sp>
      <p:grpSp>
        <p:nvGrpSpPr>
          <p:cNvPr id="43" name="Group 26">
            <a:extLst>
              <a:ext uri="{FF2B5EF4-FFF2-40B4-BE49-F238E27FC236}">
                <a16:creationId xmlns:a16="http://schemas.microsoft.com/office/drawing/2014/main" id="{37172A7C-253D-AD86-525B-793104B38564}"/>
              </a:ext>
            </a:extLst>
          </p:cNvPr>
          <p:cNvGrpSpPr/>
          <p:nvPr/>
        </p:nvGrpSpPr>
        <p:grpSpPr>
          <a:xfrm>
            <a:off x="519853" y="5563347"/>
            <a:ext cx="9739832" cy="1019792"/>
            <a:chOff x="0" y="0"/>
            <a:chExt cx="1224586" cy="268587"/>
          </a:xfrm>
        </p:grpSpPr>
        <p:sp>
          <p:nvSpPr>
            <p:cNvPr id="44" name="Freeform 27">
              <a:extLst>
                <a:ext uri="{FF2B5EF4-FFF2-40B4-BE49-F238E27FC236}">
                  <a16:creationId xmlns:a16="http://schemas.microsoft.com/office/drawing/2014/main" id="{E05FB256-025B-5171-C49D-62340ECC053C}"/>
                </a:ext>
              </a:extLst>
            </p:cNvPr>
            <p:cNvSpPr/>
            <p:nvPr/>
          </p:nvSpPr>
          <p:spPr>
            <a:xfrm>
              <a:off x="0" y="0"/>
              <a:ext cx="1224586" cy="268587"/>
            </a:xfrm>
            <a:custGeom>
              <a:avLst/>
              <a:gdLst/>
              <a:ahLst/>
              <a:cxnLst/>
              <a:rect l="l" t="t" r="r" b="b"/>
              <a:pathLst>
                <a:path w="1224586" h="268587">
                  <a:moveTo>
                    <a:pt x="0" y="0"/>
                  </a:moveTo>
                  <a:lnTo>
                    <a:pt x="1224586" y="0"/>
                  </a:lnTo>
                  <a:lnTo>
                    <a:pt x="1224586" y="268587"/>
                  </a:lnTo>
                  <a:lnTo>
                    <a:pt x="0" y="268587"/>
                  </a:lnTo>
                  <a:close/>
                </a:path>
              </a:pathLst>
            </a:custGeom>
            <a:solidFill>
              <a:srgbClr val="D10721"/>
            </a:solidFill>
          </p:spPr>
          <p:txBody>
            <a:bodyPr/>
            <a:lstStyle/>
            <a:p>
              <a:endParaRPr lang="en-IN" dirty="0"/>
            </a:p>
          </p:txBody>
        </p:sp>
        <p:sp>
          <p:nvSpPr>
            <p:cNvPr id="45" name="TextBox 28">
              <a:extLst>
                <a:ext uri="{FF2B5EF4-FFF2-40B4-BE49-F238E27FC236}">
                  <a16:creationId xmlns:a16="http://schemas.microsoft.com/office/drawing/2014/main" id="{F5766058-2166-0A6D-5A47-7B14CDD1F99A}"/>
                </a:ext>
              </a:extLst>
            </p:cNvPr>
            <p:cNvSpPr txBox="1"/>
            <p:nvPr/>
          </p:nvSpPr>
          <p:spPr>
            <a:xfrm>
              <a:off x="0" y="-66675"/>
              <a:ext cx="1224586" cy="335262"/>
            </a:xfrm>
            <a:prstGeom prst="rect">
              <a:avLst/>
            </a:prstGeom>
          </p:spPr>
          <p:txBody>
            <a:bodyPr lIns="50800" tIns="50800" rIns="50800" bIns="50800" rtlCol="0" anchor="ctr"/>
            <a:lstStyle/>
            <a:p>
              <a:pPr algn="ctr">
                <a:lnSpc>
                  <a:spcPts val="3360"/>
                </a:lnSpc>
              </a:pPr>
              <a:endParaRPr/>
            </a:p>
          </p:txBody>
        </p:sp>
      </p:grpSp>
      <p:sp>
        <p:nvSpPr>
          <p:cNvPr id="46" name="TextBox 45">
            <a:extLst>
              <a:ext uri="{FF2B5EF4-FFF2-40B4-BE49-F238E27FC236}">
                <a16:creationId xmlns:a16="http://schemas.microsoft.com/office/drawing/2014/main" id="{9E81C314-B656-F88E-1617-40A630050899}"/>
              </a:ext>
            </a:extLst>
          </p:cNvPr>
          <p:cNvSpPr txBox="1"/>
          <p:nvPr/>
        </p:nvSpPr>
        <p:spPr>
          <a:xfrm>
            <a:off x="1172743" y="5582583"/>
            <a:ext cx="5334000" cy="1015663"/>
          </a:xfrm>
          <a:prstGeom prst="rect">
            <a:avLst/>
          </a:prstGeom>
          <a:noFill/>
        </p:spPr>
        <p:txBody>
          <a:bodyPr wrap="square" rtlCol="0">
            <a:spAutoFit/>
          </a:bodyPr>
          <a:lstStyle/>
          <a:p>
            <a:r>
              <a:rPr lang="en-IN" sz="6000" dirty="0">
                <a:solidFill>
                  <a:srgbClr val="FFEAEA"/>
                </a:solidFill>
                <a:latin typeface="Etna Sans Serif"/>
              </a:rPr>
              <a:t>Solution -</a:t>
            </a:r>
          </a:p>
        </p:txBody>
      </p:sp>
      <p:sp>
        <p:nvSpPr>
          <p:cNvPr id="47" name="TextBox 46">
            <a:extLst>
              <a:ext uri="{FF2B5EF4-FFF2-40B4-BE49-F238E27FC236}">
                <a16:creationId xmlns:a16="http://schemas.microsoft.com/office/drawing/2014/main" id="{BEC4F07B-F765-3761-25CF-C69727F47C58}"/>
              </a:ext>
            </a:extLst>
          </p:cNvPr>
          <p:cNvSpPr txBox="1"/>
          <p:nvPr/>
        </p:nvSpPr>
        <p:spPr>
          <a:xfrm>
            <a:off x="519853" y="6960519"/>
            <a:ext cx="17082346" cy="1077218"/>
          </a:xfrm>
          <a:prstGeom prst="rect">
            <a:avLst/>
          </a:prstGeom>
          <a:noFill/>
        </p:spPr>
        <p:txBody>
          <a:bodyPr wrap="square" rtlCol="0">
            <a:spAutoFit/>
          </a:bodyPr>
          <a:lstStyle/>
          <a:p>
            <a:r>
              <a:rPr lang="en-IN" sz="3200" dirty="0">
                <a:solidFill>
                  <a:schemeClr val="bg1"/>
                </a:solidFill>
              </a:rPr>
              <a:t>"A machine learning system that predicts a fair used-car price from 10 key features, with a live web app for instant estimates."</a:t>
            </a:r>
          </a:p>
        </p:txBody>
      </p:sp>
    </p:spTree>
  </p:cSld>
  <p:clrMapOvr>
    <a:masterClrMapping/>
  </p:clrMapOvr>
  <p:transition>
    <p:push/>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0707"/>
        </a:solidFill>
        <a:effectLst/>
      </p:bgPr>
    </p:bg>
    <p:spTree>
      <p:nvGrpSpPr>
        <p:cNvPr id="1" name=""/>
        <p:cNvGrpSpPr/>
        <p:nvPr/>
      </p:nvGrpSpPr>
      <p:grpSpPr>
        <a:xfrm>
          <a:off x="0" y="0"/>
          <a:ext cx="0" cy="0"/>
          <a:chOff x="0" y="0"/>
          <a:chExt cx="0" cy="0"/>
        </a:xfrm>
      </p:grpSpPr>
      <p:pic>
        <p:nvPicPr>
          <p:cNvPr id="56" name="Picture 55">
            <a:extLst>
              <a:ext uri="{FF2B5EF4-FFF2-40B4-BE49-F238E27FC236}">
                <a16:creationId xmlns:a16="http://schemas.microsoft.com/office/drawing/2014/main" id="{3DD9E83A-B405-3C97-B0E7-210131D16D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4300"/>
            <a:ext cx="18288000" cy="10217612"/>
          </a:xfrm>
          <a:prstGeom prst="rect">
            <a:avLst/>
          </a:prstGeom>
        </p:spPr>
      </p:pic>
    </p:spTree>
  </p:cSld>
  <p:clrMapOvr>
    <a:masterClrMapping/>
  </p:clrMapOvr>
  <p:transition>
    <p:push/>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80707"/>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4019867" y="-55744"/>
            <a:ext cx="14268133" cy="1638939"/>
            <a:chOff x="0" y="0"/>
            <a:chExt cx="19024177" cy="2185252"/>
          </a:xfrm>
        </p:grpSpPr>
        <p:sp>
          <p:nvSpPr>
            <p:cNvPr id="3" name="Freeform 3"/>
            <p:cNvSpPr/>
            <p:nvPr/>
          </p:nvSpPr>
          <p:spPr>
            <a:xfrm rot="-5400000">
              <a:off x="13326145" y="-3808292"/>
              <a:ext cx="1541681" cy="9763978"/>
            </a:xfrm>
            <a:custGeom>
              <a:avLst/>
              <a:gdLst/>
              <a:ahLst/>
              <a:cxnLst/>
              <a:rect l="l" t="t" r="r" b="b"/>
              <a:pathLst>
                <a:path w="1541681" h="9763978">
                  <a:moveTo>
                    <a:pt x="0" y="0"/>
                  </a:moveTo>
                  <a:lnTo>
                    <a:pt x="1541680" y="0"/>
                  </a:lnTo>
                  <a:lnTo>
                    <a:pt x="1541680" y="9763978"/>
                  </a:lnTo>
                  <a:lnTo>
                    <a:pt x="0" y="9763978"/>
                  </a:lnTo>
                  <a:lnTo>
                    <a:pt x="0" y="0"/>
                  </a:lnTo>
                  <a:close/>
                </a:path>
              </a:pathLst>
            </a:custGeom>
            <a:blipFill>
              <a:blip>
                <a:alphaModFix amt="73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rot="-5400000">
              <a:off x="4111149" y="-3848577"/>
              <a:ext cx="1541681" cy="9763978"/>
            </a:xfrm>
            <a:custGeom>
              <a:avLst/>
              <a:gdLst/>
              <a:ahLst/>
              <a:cxnLst/>
              <a:rect l="l" t="t" r="r" b="b"/>
              <a:pathLst>
                <a:path w="1541681" h="9763978">
                  <a:moveTo>
                    <a:pt x="0" y="0"/>
                  </a:moveTo>
                  <a:lnTo>
                    <a:pt x="1541680" y="0"/>
                  </a:lnTo>
                  <a:lnTo>
                    <a:pt x="1541680" y="9763977"/>
                  </a:lnTo>
                  <a:lnTo>
                    <a:pt x="0" y="9763977"/>
                  </a:lnTo>
                  <a:lnTo>
                    <a:pt x="0" y="0"/>
                  </a:lnTo>
                  <a:close/>
                </a:path>
              </a:pathLst>
            </a:custGeom>
            <a:blipFill>
              <a:blip>
                <a:alphaModFix amt="73000"/>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5" name="Group 5"/>
            <p:cNvGrpSpPr/>
            <p:nvPr/>
          </p:nvGrpSpPr>
          <p:grpSpPr>
            <a:xfrm rot="-10800000">
              <a:off x="9214996" y="0"/>
              <a:ext cx="9809181" cy="2185252"/>
              <a:chOff x="0" y="0"/>
              <a:chExt cx="1088751" cy="242548"/>
            </a:xfrm>
          </p:grpSpPr>
          <p:sp>
            <p:nvSpPr>
              <p:cNvPr id="6" name="Freeform 6"/>
              <p:cNvSpPr/>
              <p:nvPr/>
            </p:nvSpPr>
            <p:spPr>
              <a:xfrm>
                <a:off x="0" y="0"/>
                <a:ext cx="1088751" cy="242548"/>
              </a:xfrm>
              <a:custGeom>
                <a:avLst/>
                <a:gdLst/>
                <a:ahLst/>
                <a:cxnLst/>
                <a:rect l="l" t="t" r="r" b="b"/>
                <a:pathLst>
                  <a:path w="1088751" h="242548">
                    <a:moveTo>
                      <a:pt x="0" y="0"/>
                    </a:moveTo>
                    <a:lnTo>
                      <a:pt x="1088751" y="0"/>
                    </a:lnTo>
                    <a:lnTo>
                      <a:pt x="1088751" y="242548"/>
                    </a:lnTo>
                    <a:lnTo>
                      <a:pt x="0" y="242548"/>
                    </a:lnTo>
                    <a:close/>
                  </a:path>
                </a:pathLst>
              </a:custGeom>
              <a:gradFill rotWithShape="1">
                <a:gsLst>
                  <a:gs pos="0">
                    <a:srgbClr val="080707">
                      <a:alpha val="73000"/>
                    </a:srgbClr>
                  </a:gs>
                  <a:gs pos="50000">
                    <a:srgbClr val="080707">
                      <a:alpha val="34675"/>
                    </a:srgbClr>
                  </a:gs>
                  <a:gs pos="100000">
                    <a:srgbClr val="080707">
                      <a:alpha val="0"/>
                    </a:srgbClr>
                  </a:gs>
                </a:gsLst>
                <a:lin ang="0"/>
              </a:gradFill>
            </p:spPr>
            <p:txBody>
              <a:bodyPr/>
              <a:lstStyle/>
              <a:p>
                <a:endParaRPr lang="en-IN"/>
              </a:p>
            </p:txBody>
          </p:sp>
          <p:sp>
            <p:nvSpPr>
              <p:cNvPr id="7" name="TextBox 7"/>
              <p:cNvSpPr txBox="1"/>
              <p:nvPr/>
            </p:nvSpPr>
            <p:spPr>
              <a:xfrm>
                <a:off x="0" y="-66675"/>
                <a:ext cx="1088751" cy="309223"/>
              </a:xfrm>
              <a:prstGeom prst="rect">
                <a:avLst/>
              </a:prstGeom>
            </p:spPr>
            <p:txBody>
              <a:bodyPr lIns="90407" tIns="90407" rIns="90407" bIns="90407" rtlCol="0" anchor="ctr"/>
              <a:lstStyle/>
              <a:p>
                <a:pPr algn="ctr">
                  <a:lnSpc>
                    <a:spcPts val="3360"/>
                  </a:lnSpc>
                </a:pPr>
                <a:endParaRPr/>
              </a:p>
            </p:txBody>
          </p:sp>
        </p:grpSp>
      </p:grpSp>
      <p:grpSp>
        <p:nvGrpSpPr>
          <p:cNvPr id="8" name="Group 8"/>
          <p:cNvGrpSpPr/>
          <p:nvPr/>
        </p:nvGrpSpPr>
        <p:grpSpPr>
          <a:xfrm>
            <a:off x="48425" y="8648061"/>
            <a:ext cx="14268133" cy="1638939"/>
            <a:chOff x="0" y="0"/>
            <a:chExt cx="19024177" cy="2185252"/>
          </a:xfrm>
        </p:grpSpPr>
        <p:sp>
          <p:nvSpPr>
            <p:cNvPr id="9" name="Freeform 9"/>
            <p:cNvSpPr/>
            <p:nvPr/>
          </p:nvSpPr>
          <p:spPr>
            <a:xfrm rot="-5400000">
              <a:off x="13326145" y="-3808292"/>
              <a:ext cx="1541681" cy="9763978"/>
            </a:xfrm>
            <a:custGeom>
              <a:avLst/>
              <a:gdLst/>
              <a:ahLst/>
              <a:cxnLst/>
              <a:rect l="l" t="t" r="r" b="b"/>
              <a:pathLst>
                <a:path w="1541681" h="9763978">
                  <a:moveTo>
                    <a:pt x="0" y="0"/>
                  </a:moveTo>
                  <a:lnTo>
                    <a:pt x="1541680" y="0"/>
                  </a:lnTo>
                  <a:lnTo>
                    <a:pt x="1541680" y="9763978"/>
                  </a:lnTo>
                  <a:lnTo>
                    <a:pt x="0" y="9763978"/>
                  </a:lnTo>
                  <a:lnTo>
                    <a:pt x="0" y="0"/>
                  </a:lnTo>
                  <a:close/>
                </a:path>
              </a:pathLst>
            </a:custGeom>
            <a:blipFill>
              <a:blip>
                <a:alphaModFix amt="73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10" name="Freeform 10"/>
            <p:cNvSpPr/>
            <p:nvPr/>
          </p:nvSpPr>
          <p:spPr>
            <a:xfrm rot="-5400000">
              <a:off x="4111149" y="-3848577"/>
              <a:ext cx="1541681" cy="9763978"/>
            </a:xfrm>
            <a:custGeom>
              <a:avLst/>
              <a:gdLst/>
              <a:ahLst/>
              <a:cxnLst/>
              <a:rect l="l" t="t" r="r" b="b"/>
              <a:pathLst>
                <a:path w="1541681" h="9763978">
                  <a:moveTo>
                    <a:pt x="0" y="0"/>
                  </a:moveTo>
                  <a:lnTo>
                    <a:pt x="1541680" y="0"/>
                  </a:lnTo>
                  <a:lnTo>
                    <a:pt x="1541680" y="9763977"/>
                  </a:lnTo>
                  <a:lnTo>
                    <a:pt x="0" y="9763977"/>
                  </a:lnTo>
                  <a:lnTo>
                    <a:pt x="0" y="0"/>
                  </a:lnTo>
                  <a:close/>
                </a:path>
              </a:pathLst>
            </a:custGeom>
            <a:blipFill>
              <a:blip>
                <a:alphaModFix amt="73000"/>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1" name="Group 11"/>
            <p:cNvGrpSpPr/>
            <p:nvPr/>
          </p:nvGrpSpPr>
          <p:grpSpPr>
            <a:xfrm rot="-10800000">
              <a:off x="9214996" y="0"/>
              <a:ext cx="9809181" cy="2185252"/>
              <a:chOff x="0" y="0"/>
              <a:chExt cx="1088751" cy="242548"/>
            </a:xfrm>
          </p:grpSpPr>
          <p:sp>
            <p:nvSpPr>
              <p:cNvPr id="12" name="Freeform 12"/>
              <p:cNvSpPr/>
              <p:nvPr/>
            </p:nvSpPr>
            <p:spPr>
              <a:xfrm>
                <a:off x="0" y="0"/>
                <a:ext cx="1088751" cy="242548"/>
              </a:xfrm>
              <a:custGeom>
                <a:avLst/>
                <a:gdLst/>
                <a:ahLst/>
                <a:cxnLst/>
                <a:rect l="l" t="t" r="r" b="b"/>
                <a:pathLst>
                  <a:path w="1088751" h="242548">
                    <a:moveTo>
                      <a:pt x="0" y="0"/>
                    </a:moveTo>
                    <a:lnTo>
                      <a:pt x="1088751" y="0"/>
                    </a:lnTo>
                    <a:lnTo>
                      <a:pt x="1088751" y="242548"/>
                    </a:lnTo>
                    <a:lnTo>
                      <a:pt x="0" y="242548"/>
                    </a:lnTo>
                    <a:close/>
                  </a:path>
                </a:pathLst>
              </a:custGeom>
              <a:gradFill rotWithShape="1">
                <a:gsLst>
                  <a:gs pos="0">
                    <a:srgbClr val="080707">
                      <a:alpha val="73000"/>
                    </a:srgbClr>
                  </a:gs>
                  <a:gs pos="50000">
                    <a:srgbClr val="080707">
                      <a:alpha val="34675"/>
                    </a:srgbClr>
                  </a:gs>
                  <a:gs pos="100000">
                    <a:srgbClr val="080707">
                      <a:alpha val="0"/>
                    </a:srgbClr>
                  </a:gs>
                </a:gsLst>
                <a:lin ang="0"/>
              </a:gradFill>
            </p:spPr>
            <p:txBody>
              <a:bodyPr/>
              <a:lstStyle/>
              <a:p>
                <a:endParaRPr lang="en-IN"/>
              </a:p>
            </p:txBody>
          </p:sp>
          <p:sp>
            <p:nvSpPr>
              <p:cNvPr id="13" name="TextBox 13"/>
              <p:cNvSpPr txBox="1"/>
              <p:nvPr/>
            </p:nvSpPr>
            <p:spPr>
              <a:xfrm>
                <a:off x="0" y="-66675"/>
                <a:ext cx="1088751" cy="309223"/>
              </a:xfrm>
              <a:prstGeom prst="rect">
                <a:avLst/>
              </a:prstGeom>
            </p:spPr>
            <p:txBody>
              <a:bodyPr lIns="90407" tIns="90407" rIns="90407" bIns="90407" rtlCol="0" anchor="ctr"/>
              <a:lstStyle/>
              <a:p>
                <a:pPr algn="ctr">
                  <a:lnSpc>
                    <a:spcPts val="3360"/>
                  </a:lnSpc>
                </a:pPr>
                <a:endParaRPr/>
              </a:p>
            </p:txBody>
          </p:sp>
        </p:grpSp>
      </p:grpSp>
      <p:grpSp>
        <p:nvGrpSpPr>
          <p:cNvPr id="14" name="Group 14"/>
          <p:cNvGrpSpPr/>
          <p:nvPr/>
        </p:nvGrpSpPr>
        <p:grpSpPr>
          <a:xfrm rot="-5400000">
            <a:off x="-3304130" y="5922350"/>
            <a:ext cx="8151677" cy="815167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D10721">
                    <a:alpha val="95000"/>
                  </a:srgbClr>
                </a:gs>
                <a:gs pos="50000">
                  <a:srgbClr val="D00721">
                    <a:alpha val="3325"/>
                  </a:srgbClr>
                </a:gs>
                <a:gs pos="100000">
                  <a:srgbClr val="D00721">
                    <a:alpha val="0"/>
                  </a:srgbClr>
                </a:gs>
              </a:gsLst>
              <a:path path="circle">
                <a:fillToRect l="50000" t="50000" r="50000" b="50000"/>
              </a:path>
            </a:gradFill>
          </p:spPr>
          <p:txBody>
            <a:bodyPr/>
            <a:lstStyle/>
            <a:p>
              <a:endParaRPr lang="en-IN"/>
            </a:p>
          </p:txBody>
        </p:sp>
        <p:sp>
          <p:nvSpPr>
            <p:cNvPr id="16" name="TextBox 16"/>
            <p:cNvSpPr txBox="1"/>
            <p:nvPr/>
          </p:nvSpPr>
          <p:spPr>
            <a:xfrm>
              <a:off x="76200" y="9525"/>
              <a:ext cx="660400" cy="727075"/>
            </a:xfrm>
            <a:prstGeom prst="rect">
              <a:avLst/>
            </a:prstGeom>
          </p:spPr>
          <p:txBody>
            <a:bodyPr lIns="50800" tIns="50800" rIns="50800" bIns="50800" rtlCol="0" anchor="ctr"/>
            <a:lstStyle/>
            <a:p>
              <a:pPr algn="ctr">
                <a:lnSpc>
                  <a:spcPts val="3360"/>
                </a:lnSpc>
              </a:pPr>
              <a:endParaRPr/>
            </a:p>
          </p:txBody>
        </p:sp>
      </p:grpSp>
      <p:grpSp>
        <p:nvGrpSpPr>
          <p:cNvPr id="19" name="Group 19"/>
          <p:cNvGrpSpPr/>
          <p:nvPr/>
        </p:nvGrpSpPr>
        <p:grpSpPr>
          <a:xfrm rot="-5400000">
            <a:off x="13614422" y="-3524727"/>
            <a:ext cx="8151677" cy="8151677"/>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D10721">
                    <a:alpha val="95000"/>
                  </a:srgbClr>
                </a:gs>
                <a:gs pos="50000">
                  <a:srgbClr val="D00721">
                    <a:alpha val="3325"/>
                  </a:srgbClr>
                </a:gs>
                <a:gs pos="100000">
                  <a:srgbClr val="D00721">
                    <a:alpha val="0"/>
                  </a:srgbClr>
                </a:gs>
              </a:gsLst>
              <a:path path="circle">
                <a:fillToRect l="50000" t="50000" r="50000" b="50000"/>
              </a:path>
            </a:gradFill>
          </p:spPr>
          <p:txBody>
            <a:bodyPr/>
            <a:lstStyle/>
            <a:p>
              <a:endParaRPr lang="en-IN"/>
            </a:p>
          </p:txBody>
        </p:sp>
        <p:sp>
          <p:nvSpPr>
            <p:cNvPr id="21" name="TextBox 21"/>
            <p:cNvSpPr txBox="1"/>
            <p:nvPr/>
          </p:nvSpPr>
          <p:spPr>
            <a:xfrm>
              <a:off x="76200" y="9525"/>
              <a:ext cx="660400" cy="727075"/>
            </a:xfrm>
            <a:prstGeom prst="rect">
              <a:avLst/>
            </a:prstGeom>
          </p:spPr>
          <p:txBody>
            <a:bodyPr lIns="50800" tIns="50800" rIns="50800" bIns="50800" rtlCol="0" anchor="ctr"/>
            <a:lstStyle/>
            <a:p>
              <a:pPr algn="ctr">
                <a:lnSpc>
                  <a:spcPts val="3360"/>
                </a:lnSpc>
              </a:pPr>
              <a:endParaRPr/>
            </a:p>
          </p:txBody>
        </p:sp>
      </p:grpSp>
      <p:grpSp>
        <p:nvGrpSpPr>
          <p:cNvPr id="29" name="Group 29"/>
          <p:cNvGrpSpPr/>
          <p:nvPr/>
        </p:nvGrpSpPr>
        <p:grpSpPr>
          <a:xfrm>
            <a:off x="0" y="961307"/>
            <a:ext cx="8944134" cy="1473913"/>
            <a:chOff x="0" y="0"/>
            <a:chExt cx="1058730" cy="388191"/>
          </a:xfrm>
        </p:grpSpPr>
        <p:sp>
          <p:nvSpPr>
            <p:cNvPr id="30" name="Freeform 30"/>
            <p:cNvSpPr/>
            <p:nvPr/>
          </p:nvSpPr>
          <p:spPr>
            <a:xfrm>
              <a:off x="0" y="0"/>
              <a:ext cx="1058730" cy="388191"/>
            </a:xfrm>
            <a:custGeom>
              <a:avLst/>
              <a:gdLst/>
              <a:ahLst/>
              <a:cxnLst/>
              <a:rect l="l" t="t" r="r" b="b"/>
              <a:pathLst>
                <a:path w="1058730" h="388191">
                  <a:moveTo>
                    <a:pt x="0" y="0"/>
                  </a:moveTo>
                  <a:lnTo>
                    <a:pt x="1058730" y="0"/>
                  </a:lnTo>
                  <a:lnTo>
                    <a:pt x="1058730" y="388191"/>
                  </a:lnTo>
                  <a:lnTo>
                    <a:pt x="0" y="388191"/>
                  </a:lnTo>
                  <a:close/>
                </a:path>
              </a:pathLst>
            </a:custGeom>
            <a:solidFill>
              <a:srgbClr val="9A0317"/>
            </a:solidFill>
          </p:spPr>
          <p:txBody>
            <a:bodyPr/>
            <a:lstStyle/>
            <a:p>
              <a:endParaRPr lang="en-IN"/>
            </a:p>
          </p:txBody>
        </p:sp>
        <p:sp>
          <p:nvSpPr>
            <p:cNvPr id="31" name="TextBox 31"/>
            <p:cNvSpPr txBox="1"/>
            <p:nvPr/>
          </p:nvSpPr>
          <p:spPr>
            <a:xfrm>
              <a:off x="0" y="-66675"/>
              <a:ext cx="1058730" cy="454866"/>
            </a:xfrm>
            <a:prstGeom prst="rect">
              <a:avLst/>
            </a:prstGeom>
          </p:spPr>
          <p:txBody>
            <a:bodyPr lIns="50800" tIns="50800" rIns="50800" bIns="50800" rtlCol="0" anchor="ctr"/>
            <a:lstStyle/>
            <a:p>
              <a:pPr algn="ctr">
                <a:lnSpc>
                  <a:spcPts val="3360"/>
                </a:lnSpc>
              </a:pPr>
              <a:endParaRPr/>
            </a:p>
          </p:txBody>
        </p:sp>
      </p:grpSp>
      <p:sp>
        <p:nvSpPr>
          <p:cNvPr id="33" name="TextBox 33"/>
          <p:cNvSpPr txBox="1"/>
          <p:nvPr/>
        </p:nvSpPr>
        <p:spPr>
          <a:xfrm>
            <a:off x="402385" y="1017954"/>
            <a:ext cx="10348053" cy="1015663"/>
          </a:xfrm>
          <a:prstGeom prst="rect">
            <a:avLst/>
          </a:prstGeom>
        </p:spPr>
        <p:txBody>
          <a:bodyPr wrap="square" lIns="0" tIns="0" rIns="0" bIns="0" rtlCol="0" anchor="t">
            <a:spAutoFit/>
          </a:bodyPr>
          <a:lstStyle/>
          <a:p>
            <a:r>
              <a:rPr lang="en-US" sz="6600" b="1" dirty="0">
                <a:solidFill>
                  <a:srgbClr val="FFFFFF"/>
                </a:solidFill>
                <a:latin typeface="Calibri" pitchFamily="34" charset="0"/>
                <a:ea typeface="Calibri" pitchFamily="34" charset="-122"/>
                <a:cs typeface="Calibri" pitchFamily="34" charset="-120"/>
              </a:rPr>
              <a:t>Data Analysis Process</a:t>
            </a:r>
            <a:endParaRPr lang="en-US" sz="6600" dirty="0"/>
          </a:p>
        </p:txBody>
      </p:sp>
      <p:pic>
        <p:nvPicPr>
          <p:cNvPr id="41" name="Picture 40">
            <a:extLst>
              <a:ext uri="{FF2B5EF4-FFF2-40B4-BE49-F238E27FC236}">
                <a16:creationId xmlns:a16="http://schemas.microsoft.com/office/drawing/2014/main" id="{20BA1330-3C8A-D1B2-C7FA-D6DE1E09DA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95500"/>
            <a:ext cx="18288000" cy="9020690"/>
          </a:xfrm>
          <a:prstGeom prst="rect">
            <a:avLst/>
          </a:prstGeom>
        </p:spPr>
      </p:pic>
    </p:spTree>
  </p:cSld>
  <p:clrMapOvr>
    <a:masterClrMapping/>
  </p:clrMapOvr>
  <p:transition>
    <p:push/>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0707"/>
        </a:solidFill>
        <a:effectLst/>
      </p:bgPr>
    </p:bg>
    <p:spTree>
      <p:nvGrpSpPr>
        <p:cNvPr id="1" name=""/>
        <p:cNvGrpSpPr/>
        <p:nvPr/>
      </p:nvGrpSpPr>
      <p:grpSpPr>
        <a:xfrm>
          <a:off x="0" y="0"/>
          <a:ext cx="0" cy="0"/>
          <a:chOff x="0" y="0"/>
          <a:chExt cx="0" cy="0"/>
        </a:xfrm>
      </p:grpSpPr>
      <p:grpSp>
        <p:nvGrpSpPr>
          <p:cNvPr id="8" name="Group 8"/>
          <p:cNvGrpSpPr/>
          <p:nvPr/>
        </p:nvGrpSpPr>
        <p:grpSpPr>
          <a:xfrm rot="-10800000">
            <a:off x="4053770" y="9641471"/>
            <a:ext cx="14234230" cy="1186475"/>
            <a:chOff x="0" y="0"/>
            <a:chExt cx="18978974" cy="1581967"/>
          </a:xfrm>
        </p:grpSpPr>
        <p:sp>
          <p:nvSpPr>
            <p:cNvPr id="9" name="Freeform 9"/>
            <p:cNvSpPr/>
            <p:nvPr/>
          </p:nvSpPr>
          <p:spPr>
            <a:xfrm rot="-5400000">
              <a:off x="13326145" y="-4070863"/>
              <a:ext cx="1541681" cy="9763978"/>
            </a:xfrm>
            <a:custGeom>
              <a:avLst/>
              <a:gdLst/>
              <a:ahLst/>
              <a:cxnLst/>
              <a:rect l="l" t="t" r="r" b="b"/>
              <a:pathLst>
                <a:path w="1541681" h="9763978">
                  <a:moveTo>
                    <a:pt x="0" y="0"/>
                  </a:moveTo>
                  <a:lnTo>
                    <a:pt x="1541680" y="0"/>
                  </a:lnTo>
                  <a:lnTo>
                    <a:pt x="1541680" y="9763978"/>
                  </a:lnTo>
                  <a:lnTo>
                    <a:pt x="0" y="9763978"/>
                  </a:lnTo>
                  <a:lnTo>
                    <a:pt x="0" y="0"/>
                  </a:lnTo>
                  <a:close/>
                </a:path>
              </a:pathLst>
            </a:custGeom>
            <a:blipFill>
              <a:blip>
                <a:alphaModFix amt="73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10" name="Freeform 10"/>
            <p:cNvSpPr/>
            <p:nvPr/>
          </p:nvSpPr>
          <p:spPr>
            <a:xfrm rot="-5400000">
              <a:off x="4111149" y="-4111149"/>
              <a:ext cx="1541681" cy="9763978"/>
            </a:xfrm>
            <a:custGeom>
              <a:avLst/>
              <a:gdLst/>
              <a:ahLst/>
              <a:cxnLst/>
              <a:rect l="l" t="t" r="r" b="b"/>
              <a:pathLst>
                <a:path w="1541681" h="9763978">
                  <a:moveTo>
                    <a:pt x="0" y="0"/>
                  </a:moveTo>
                  <a:lnTo>
                    <a:pt x="1541680" y="0"/>
                  </a:lnTo>
                  <a:lnTo>
                    <a:pt x="1541680" y="9763978"/>
                  </a:lnTo>
                  <a:lnTo>
                    <a:pt x="0" y="9763978"/>
                  </a:lnTo>
                  <a:lnTo>
                    <a:pt x="0" y="0"/>
                  </a:lnTo>
                  <a:close/>
                </a:path>
              </a:pathLst>
            </a:custGeom>
            <a:blipFill>
              <a:blip>
                <a:alphaModFix amt="73000"/>
                <a:extLst>
                  <a:ext uri="{96DAC541-7B7A-43D3-8B79-37D633B846F1}">
                    <asvg:svgBlip xmlns:asvg="http://schemas.microsoft.com/office/drawing/2016/SVG/main" r:embed="rId2"/>
                  </a:ext>
                </a:extLst>
              </a:blip>
              <a:stretch>
                <a:fillRect/>
              </a:stretch>
            </a:blipFill>
          </p:spPr>
          <p:txBody>
            <a:bodyPr/>
            <a:lstStyle/>
            <a:p>
              <a:endParaRPr lang="en-IN"/>
            </a:p>
          </p:txBody>
        </p:sp>
      </p:grpSp>
      <p:grpSp>
        <p:nvGrpSpPr>
          <p:cNvPr id="11" name="Group 11"/>
          <p:cNvGrpSpPr/>
          <p:nvPr/>
        </p:nvGrpSpPr>
        <p:grpSpPr>
          <a:xfrm>
            <a:off x="4019867" y="9385935"/>
            <a:ext cx="7356886" cy="1638939"/>
            <a:chOff x="0" y="0"/>
            <a:chExt cx="1088751" cy="242548"/>
          </a:xfrm>
        </p:grpSpPr>
        <p:sp>
          <p:nvSpPr>
            <p:cNvPr id="12" name="Freeform 12"/>
            <p:cNvSpPr/>
            <p:nvPr/>
          </p:nvSpPr>
          <p:spPr>
            <a:xfrm>
              <a:off x="0" y="0"/>
              <a:ext cx="1088751" cy="242548"/>
            </a:xfrm>
            <a:custGeom>
              <a:avLst/>
              <a:gdLst/>
              <a:ahLst/>
              <a:cxnLst/>
              <a:rect l="l" t="t" r="r" b="b"/>
              <a:pathLst>
                <a:path w="1088751" h="242548">
                  <a:moveTo>
                    <a:pt x="0" y="0"/>
                  </a:moveTo>
                  <a:lnTo>
                    <a:pt x="1088751" y="0"/>
                  </a:lnTo>
                  <a:lnTo>
                    <a:pt x="1088751" y="242548"/>
                  </a:lnTo>
                  <a:lnTo>
                    <a:pt x="0" y="242548"/>
                  </a:lnTo>
                  <a:close/>
                </a:path>
              </a:pathLst>
            </a:custGeom>
            <a:gradFill rotWithShape="1">
              <a:gsLst>
                <a:gs pos="0">
                  <a:srgbClr val="080707">
                    <a:alpha val="100000"/>
                  </a:srgbClr>
                </a:gs>
                <a:gs pos="50000">
                  <a:srgbClr val="080707">
                    <a:alpha val="47500"/>
                  </a:srgbClr>
                </a:gs>
                <a:gs pos="100000">
                  <a:srgbClr val="080707">
                    <a:alpha val="0"/>
                  </a:srgbClr>
                </a:gs>
              </a:gsLst>
              <a:lin ang="0"/>
            </a:gradFill>
          </p:spPr>
          <p:txBody>
            <a:bodyPr/>
            <a:lstStyle/>
            <a:p>
              <a:endParaRPr lang="en-IN"/>
            </a:p>
          </p:txBody>
        </p:sp>
        <p:sp>
          <p:nvSpPr>
            <p:cNvPr id="13" name="TextBox 13"/>
            <p:cNvSpPr txBox="1"/>
            <p:nvPr/>
          </p:nvSpPr>
          <p:spPr>
            <a:xfrm>
              <a:off x="0" y="-66675"/>
              <a:ext cx="1088751" cy="309223"/>
            </a:xfrm>
            <a:prstGeom prst="rect">
              <a:avLst/>
            </a:prstGeom>
          </p:spPr>
          <p:txBody>
            <a:bodyPr lIns="90407" tIns="90407" rIns="90407" bIns="90407" rtlCol="0" anchor="ctr"/>
            <a:lstStyle/>
            <a:p>
              <a:pPr algn="ctr">
                <a:lnSpc>
                  <a:spcPts val="3360"/>
                </a:lnSpc>
              </a:pPr>
              <a:endParaRPr/>
            </a:p>
          </p:txBody>
        </p:sp>
      </p:grpSp>
      <p:grpSp>
        <p:nvGrpSpPr>
          <p:cNvPr id="19" name="Group 19"/>
          <p:cNvGrpSpPr/>
          <p:nvPr/>
        </p:nvGrpSpPr>
        <p:grpSpPr>
          <a:xfrm rot="5400000">
            <a:off x="13183461" y="5565632"/>
            <a:ext cx="8151677" cy="8151677"/>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D10721">
                    <a:alpha val="95000"/>
                  </a:srgbClr>
                </a:gs>
                <a:gs pos="50000">
                  <a:srgbClr val="D00721">
                    <a:alpha val="3325"/>
                  </a:srgbClr>
                </a:gs>
                <a:gs pos="100000">
                  <a:srgbClr val="D00721">
                    <a:alpha val="0"/>
                  </a:srgbClr>
                </a:gs>
              </a:gsLst>
              <a:path path="circle">
                <a:fillToRect l="50000" t="50000" r="50000" b="50000"/>
              </a:path>
            </a:gradFill>
          </p:spPr>
          <p:txBody>
            <a:bodyPr/>
            <a:lstStyle/>
            <a:p>
              <a:endParaRPr lang="en-IN"/>
            </a:p>
          </p:txBody>
        </p:sp>
        <p:sp>
          <p:nvSpPr>
            <p:cNvPr id="21" name="TextBox 21"/>
            <p:cNvSpPr txBox="1"/>
            <p:nvPr/>
          </p:nvSpPr>
          <p:spPr>
            <a:xfrm>
              <a:off x="76200" y="9525"/>
              <a:ext cx="660400" cy="727075"/>
            </a:xfrm>
            <a:prstGeom prst="rect">
              <a:avLst/>
            </a:prstGeom>
          </p:spPr>
          <p:txBody>
            <a:bodyPr lIns="50800" tIns="50800" rIns="50800" bIns="50800" rtlCol="0" anchor="ctr"/>
            <a:lstStyle/>
            <a:p>
              <a:pPr algn="ctr">
                <a:lnSpc>
                  <a:spcPts val="3360"/>
                </a:lnSpc>
              </a:pPr>
              <a:endParaRPr/>
            </a:p>
          </p:txBody>
        </p:sp>
      </p:grpSp>
      <p:grpSp>
        <p:nvGrpSpPr>
          <p:cNvPr id="25" name="Group 25"/>
          <p:cNvGrpSpPr/>
          <p:nvPr/>
        </p:nvGrpSpPr>
        <p:grpSpPr>
          <a:xfrm>
            <a:off x="0" y="-24505"/>
            <a:ext cx="10038116" cy="1439890"/>
            <a:chOff x="0" y="0"/>
            <a:chExt cx="1824074" cy="863979"/>
          </a:xfrm>
        </p:grpSpPr>
        <p:sp>
          <p:nvSpPr>
            <p:cNvPr id="26" name="Freeform 26"/>
            <p:cNvSpPr/>
            <p:nvPr/>
          </p:nvSpPr>
          <p:spPr>
            <a:xfrm>
              <a:off x="0" y="0"/>
              <a:ext cx="1824074" cy="863979"/>
            </a:xfrm>
            <a:custGeom>
              <a:avLst/>
              <a:gdLst/>
              <a:ahLst/>
              <a:cxnLst/>
              <a:rect l="l" t="t" r="r" b="b"/>
              <a:pathLst>
                <a:path w="1824074" h="863979">
                  <a:moveTo>
                    <a:pt x="0" y="0"/>
                  </a:moveTo>
                  <a:lnTo>
                    <a:pt x="1824074" y="0"/>
                  </a:lnTo>
                  <a:lnTo>
                    <a:pt x="1824074" y="863979"/>
                  </a:lnTo>
                  <a:lnTo>
                    <a:pt x="0" y="863979"/>
                  </a:lnTo>
                  <a:close/>
                </a:path>
              </a:pathLst>
            </a:custGeom>
            <a:solidFill>
              <a:srgbClr val="9A0317"/>
            </a:solidFill>
          </p:spPr>
          <p:txBody>
            <a:bodyPr/>
            <a:lstStyle/>
            <a:p>
              <a:endParaRPr lang="en-IN" dirty="0"/>
            </a:p>
          </p:txBody>
        </p:sp>
        <p:sp>
          <p:nvSpPr>
            <p:cNvPr id="27" name="TextBox 27"/>
            <p:cNvSpPr txBox="1"/>
            <p:nvPr/>
          </p:nvSpPr>
          <p:spPr>
            <a:xfrm>
              <a:off x="0" y="-66675"/>
              <a:ext cx="1824074" cy="930654"/>
            </a:xfrm>
            <a:prstGeom prst="rect">
              <a:avLst/>
            </a:prstGeom>
          </p:spPr>
          <p:txBody>
            <a:bodyPr lIns="50800" tIns="50800" rIns="50800" bIns="50800" rtlCol="0" anchor="ctr"/>
            <a:lstStyle/>
            <a:p>
              <a:pPr algn="ctr">
                <a:lnSpc>
                  <a:spcPts val="3360"/>
                </a:lnSpc>
              </a:pPr>
              <a:endParaRPr/>
            </a:p>
          </p:txBody>
        </p:sp>
      </p:grpSp>
      <p:sp>
        <p:nvSpPr>
          <p:cNvPr id="28" name="TextBox 28"/>
          <p:cNvSpPr txBox="1"/>
          <p:nvPr/>
        </p:nvSpPr>
        <p:spPr>
          <a:xfrm>
            <a:off x="283787" y="108635"/>
            <a:ext cx="7539965" cy="1015663"/>
          </a:xfrm>
          <a:prstGeom prst="rect">
            <a:avLst/>
          </a:prstGeom>
        </p:spPr>
        <p:txBody>
          <a:bodyPr lIns="0" tIns="0" rIns="0" bIns="0" rtlCol="0" anchor="t">
            <a:spAutoFit/>
          </a:bodyPr>
          <a:lstStyle/>
          <a:p>
            <a:r>
              <a:rPr lang="en-US" sz="6600" b="1" kern="0" spc="200" dirty="0">
                <a:solidFill>
                  <a:schemeClr val="bg1"/>
                </a:solidFill>
                <a:latin typeface="Calibri" pitchFamily="34" charset="0"/>
                <a:ea typeface="Calibri" pitchFamily="34" charset="-122"/>
                <a:cs typeface="Calibri" pitchFamily="34" charset="-120"/>
              </a:rPr>
              <a:t>Dataset </a:t>
            </a:r>
            <a:r>
              <a:rPr lang="en-US" sz="6600" b="1" dirty="0">
                <a:solidFill>
                  <a:srgbClr val="FFFFFF"/>
                </a:solidFill>
                <a:latin typeface="Calibri" pitchFamily="34" charset="0"/>
                <a:ea typeface="Calibri" pitchFamily="34" charset="-122"/>
                <a:cs typeface="Calibri" pitchFamily="34" charset="-120"/>
              </a:rPr>
              <a:t>Source: </a:t>
            </a:r>
            <a:endParaRPr lang="en-US" sz="6600" dirty="0">
              <a:solidFill>
                <a:schemeClr val="bg1"/>
              </a:solidFill>
            </a:endParaRPr>
          </a:p>
        </p:txBody>
      </p:sp>
      <p:pic>
        <p:nvPicPr>
          <p:cNvPr id="34" name="Picture 33">
            <a:extLst>
              <a:ext uri="{FF2B5EF4-FFF2-40B4-BE49-F238E27FC236}">
                <a16:creationId xmlns:a16="http://schemas.microsoft.com/office/drawing/2014/main" id="{B4DB9C91-828A-9CE3-1C92-A75482B6F135}"/>
              </a:ext>
            </a:extLst>
          </p:cNvPr>
          <p:cNvPicPr>
            <a:picLocks noChangeAspect="1"/>
          </p:cNvPicPr>
          <p:nvPr/>
        </p:nvPicPr>
        <p:blipFill>
          <a:blip r:embed="rId3"/>
          <a:stretch>
            <a:fillRect/>
          </a:stretch>
        </p:blipFill>
        <p:spPr>
          <a:xfrm>
            <a:off x="0" y="-135624"/>
            <a:ext cx="18359007" cy="10311505"/>
          </a:xfrm>
          <a:prstGeom prst="rect">
            <a:avLst/>
          </a:prstGeom>
        </p:spPr>
      </p:pic>
    </p:spTree>
  </p:cSld>
  <p:clrMapOvr>
    <a:masterClrMapping/>
  </p:clrMapOvr>
  <p:transition>
    <p:push/>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80707"/>
        </a:solidFill>
        <a:effectLst/>
      </p:bgPr>
    </p:bg>
    <p:spTree>
      <p:nvGrpSpPr>
        <p:cNvPr id="1" name=""/>
        <p:cNvGrpSpPr/>
        <p:nvPr/>
      </p:nvGrpSpPr>
      <p:grpSpPr>
        <a:xfrm>
          <a:off x="0" y="0"/>
          <a:ext cx="0" cy="0"/>
          <a:chOff x="0" y="0"/>
          <a:chExt cx="0" cy="0"/>
        </a:xfrm>
      </p:grpSpPr>
      <p:grpSp>
        <p:nvGrpSpPr>
          <p:cNvPr id="4" name="Group 4"/>
          <p:cNvGrpSpPr/>
          <p:nvPr/>
        </p:nvGrpSpPr>
        <p:grpSpPr>
          <a:xfrm rot="-5400000">
            <a:off x="13614422" y="-3524727"/>
            <a:ext cx="8151677" cy="8151677"/>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D10721">
                    <a:alpha val="95000"/>
                  </a:srgbClr>
                </a:gs>
                <a:gs pos="50000">
                  <a:srgbClr val="D00721">
                    <a:alpha val="3325"/>
                  </a:srgbClr>
                </a:gs>
                <a:gs pos="100000">
                  <a:srgbClr val="D00721">
                    <a:alpha val="0"/>
                  </a:srgbClr>
                </a:gs>
              </a:gsLst>
              <a:path path="circle">
                <a:fillToRect l="50000" t="50000" r="50000" b="50000"/>
              </a:path>
            </a:gradFill>
          </p:spPr>
          <p:txBody>
            <a:bodyPr/>
            <a:lstStyle/>
            <a:p>
              <a:endParaRPr lang="en-IN"/>
            </a:p>
          </p:txBody>
        </p:sp>
        <p:sp>
          <p:nvSpPr>
            <p:cNvPr id="6" name="TextBox 6"/>
            <p:cNvSpPr txBox="1"/>
            <p:nvPr/>
          </p:nvSpPr>
          <p:spPr>
            <a:xfrm>
              <a:off x="76200" y="9525"/>
              <a:ext cx="660400" cy="727075"/>
            </a:xfrm>
            <a:prstGeom prst="rect">
              <a:avLst/>
            </a:prstGeom>
          </p:spPr>
          <p:txBody>
            <a:bodyPr lIns="50800" tIns="50800" rIns="50800" bIns="50800" rtlCol="0" anchor="ctr"/>
            <a:lstStyle/>
            <a:p>
              <a:pPr algn="ctr">
                <a:lnSpc>
                  <a:spcPts val="3360"/>
                </a:lnSpc>
              </a:pPr>
              <a:endParaRPr/>
            </a:p>
          </p:txBody>
        </p:sp>
      </p:grpSp>
      <p:grpSp>
        <p:nvGrpSpPr>
          <p:cNvPr id="7" name="Group 7"/>
          <p:cNvGrpSpPr/>
          <p:nvPr/>
        </p:nvGrpSpPr>
        <p:grpSpPr>
          <a:xfrm rot="-10800000">
            <a:off x="4019867" y="-746239"/>
            <a:ext cx="14268133" cy="1638939"/>
            <a:chOff x="0" y="0"/>
            <a:chExt cx="19024177" cy="2185252"/>
          </a:xfrm>
        </p:grpSpPr>
        <p:sp>
          <p:nvSpPr>
            <p:cNvPr id="8" name="Freeform 8"/>
            <p:cNvSpPr/>
            <p:nvPr/>
          </p:nvSpPr>
          <p:spPr>
            <a:xfrm rot="-5400000">
              <a:off x="13326145" y="-3808292"/>
              <a:ext cx="1541681" cy="9763978"/>
            </a:xfrm>
            <a:custGeom>
              <a:avLst/>
              <a:gdLst/>
              <a:ahLst/>
              <a:cxnLst/>
              <a:rect l="l" t="t" r="r" b="b"/>
              <a:pathLst>
                <a:path w="1541681" h="9763978">
                  <a:moveTo>
                    <a:pt x="0" y="0"/>
                  </a:moveTo>
                  <a:lnTo>
                    <a:pt x="1541680" y="0"/>
                  </a:lnTo>
                  <a:lnTo>
                    <a:pt x="1541680" y="9763978"/>
                  </a:lnTo>
                  <a:lnTo>
                    <a:pt x="0" y="9763978"/>
                  </a:lnTo>
                  <a:lnTo>
                    <a:pt x="0" y="0"/>
                  </a:lnTo>
                  <a:close/>
                </a:path>
              </a:pathLst>
            </a:custGeom>
            <a:blipFill>
              <a:blip>
                <a:alphaModFix amt="73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9" name="Freeform 9"/>
            <p:cNvSpPr/>
            <p:nvPr/>
          </p:nvSpPr>
          <p:spPr>
            <a:xfrm rot="-5400000">
              <a:off x="4111149" y="-3848577"/>
              <a:ext cx="1541681" cy="9763978"/>
            </a:xfrm>
            <a:custGeom>
              <a:avLst/>
              <a:gdLst/>
              <a:ahLst/>
              <a:cxnLst/>
              <a:rect l="l" t="t" r="r" b="b"/>
              <a:pathLst>
                <a:path w="1541681" h="9763978">
                  <a:moveTo>
                    <a:pt x="0" y="0"/>
                  </a:moveTo>
                  <a:lnTo>
                    <a:pt x="1541680" y="0"/>
                  </a:lnTo>
                  <a:lnTo>
                    <a:pt x="1541680" y="9763977"/>
                  </a:lnTo>
                  <a:lnTo>
                    <a:pt x="0" y="9763977"/>
                  </a:lnTo>
                  <a:lnTo>
                    <a:pt x="0" y="0"/>
                  </a:lnTo>
                  <a:close/>
                </a:path>
              </a:pathLst>
            </a:custGeom>
            <a:blipFill>
              <a:blip>
                <a:alphaModFix amt="73000"/>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0" name="Group 10"/>
            <p:cNvGrpSpPr/>
            <p:nvPr/>
          </p:nvGrpSpPr>
          <p:grpSpPr>
            <a:xfrm rot="-10800000">
              <a:off x="9214996" y="0"/>
              <a:ext cx="9809181" cy="2185252"/>
              <a:chOff x="0" y="0"/>
              <a:chExt cx="1088751" cy="242548"/>
            </a:xfrm>
          </p:grpSpPr>
          <p:sp>
            <p:nvSpPr>
              <p:cNvPr id="11" name="Freeform 11"/>
              <p:cNvSpPr/>
              <p:nvPr/>
            </p:nvSpPr>
            <p:spPr>
              <a:xfrm>
                <a:off x="0" y="0"/>
                <a:ext cx="1088751" cy="242548"/>
              </a:xfrm>
              <a:custGeom>
                <a:avLst/>
                <a:gdLst/>
                <a:ahLst/>
                <a:cxnLst/>
                <a:rect l="l" t="t" r="r" b="b"/>
                <a:pathLst>
                  <a:path w="1088751" h="242548">
                    <a:moveTo>
                      <a:pt x="0" y="0"/>
                    </a:moveTo>
                    <a:lnTo>
                      <a:pt x="1088751" y="0"/>
                    </a:lnTo>
                    <a:lnTo>
                      <a:pt x="1088751" y="242548"/>
                    </a:lnTo>
                    <a:lnTo>
                      <a:pt x="0" y="242548"/>
                    </a:lnTo>
                    <a:close/>
                  </a:path>
                </a:pathLst>
              </a:custGeom>
              <a:gradFill rotWithShape="1">
                <a:gsLst>
                  <a:gs pos="0">
                    <a:srgbClr val="080707">
                      <a:alpha val="73000"/>
                    </a:srgbClr>
                  </a:gs>
                  <a:gs pos="50000">
                    <a:srgbClr val="080707">
                      <a:alpha val="34675"/>
                    </a:srgbClr>
                  </a:gs>
                  <a:gs pos="100000">
                    <a:srgbClr val="080707">
                      <a:alpha val="0"/>
                    </a:srgbClr>
                  </a:gs>
                </a:gsLst>
                <a:lin ang="0"/>
              </a:gradFill>
            </p:spPr>
            <p:txBody>
              <a:bodyPr/>
              <a:lstStyle/>
              <a:p>
                <a:endParaRPr lang="en-IN"/>
              </a:p>
            </p:txBody>
          </p:sp>
          <p:sp>
            <p:nvSpPr>
              <p:cNvPr id="12" name="TextBox 12"/>
              <p:cNvSpPr txBox="1"/>
              <p:nvPr/>
            </p:nvSpPr>
            <p:spPr>
              <a:xfrm>
                <a:off x="0" y="-66675"/>
                <a:ext cx="1088751" cy="309223"/>
              </a:xfrm>
              <a:prstGeom prst="rect">
                <a:avLst/>
              </a:prstGeom>
            </p:spPr>
            <p:txBody>
              <a:bodyPr lIns="90407" tIns="90407" rIns="90407" bIns="90407" rtlCol="0" anchor="ctr"/>
              <a:lstStyle/>
              <a:p>
                <a:pPr algn="ctr">
                  <a:lnSpc>
                    <a:spcPts val="3360"/>
                  </a:lnSpc>
                </a:pPr>
                <a:endParaRPr/>
              </a:p>
            </p:txBody>
          </p:sp>
        </p:grpSp>
      </p:grpSp>
      <p:grpSp>
        <p:nvGrpSpPr>
          <p:cNvPr id="22" name="Group 22"/>
          <p:cNvGrpSpPr/>
          <p:nvPr/>
        </p:nvGrpSpPr>
        <p:grpSpPr>
          <a:xfrm>
            <a:off x="0" y="342962"/>
            <a:ext cx="8727346" cy="1156262"/>
            <a:chOff x="0" y="0"/>
            <a:chExt cx="1235116" cy="1311518"/>
          </a:xfrm>
        </p:grpSpPr>
        <p:sp>
          <p:nvSpPr>
            <p:cNvPr id="23" name="Freeform 23"/>
            <p:cNvSpPr/>
            <p:nvPr/>
          </p:nvSpPr>
          <p:spPr>
            <a:xfrm>
              <a:off x="0" y="0"/>
              <a:ext cx="1235116" cy="1311518"/>
            </a:xfrm>
            <a:custGeom>
              <a:avLst/>
              <a:gdLst/>
              <a:ahLst/>
              <a:cxnLst/>
              <a:rect l="l" t="t" r="r" b="b"/>
              <a:pathLst>
                <a:path w="1235116" h="1311518">
                  <a:moveTo>
                    <a:pt x="0" y="0"/>
                  </a:moveTo>
                  <a:lnTo>
                    <a:pt x="1235116" y="0"/>
                  </a:lnTo>
                  <a:lnTo>
                    <a:pt x="1235116" y="1311518"/>
                  </a:lnTo>
                  <a:lnTo>
                    <a:pt x="0" y="1311518"/>
                  </a:lnTo>
                  <a:close/>
                </a:path>
              </a:pathLst>
            </a:custGeom>
            <a:solidFill>
              <a:srgbClr val="9A0317"/>
            </a:solidFill>
          </p:spPr>
          <p:txBody>
            <a:bodyPr/>
            <a:lstStyle/>
            <a:p>
              <a:endParaRPr lang="en-IN"/>
            </a:p>
          </p:txBody>
        </p:sp>
        <p:sp>
          <p:nvSpPr>
            <p:cNvPr id="24" name="TextBox 24"/>
            <p:cNvSpPr txBox="1"/>
            <p:nvPr/>
          </p:nvSpPr>
          <p:spPr>
            <a:xfrm>
              <a:off x="0" y="-66675"/>
              <a:ext cx="1235116" cy="1378193"/>
            </a:xfrm>
            <a:prstGeom prst="rect">
              <a:avLst/>
            </a:prstGeom>
          </p:spPr>
          <p:txBody>
            <a:bodyPr lIns="50800" tIns="50800" rIns="50800" bIns="50800" rtlCol="0" anchor="ctr"/>
            <a:lstStyle/>
            <a:p>
              <a:pPr algn="ctr">
                <a:lnSpc>
                  <a:spcPts val="3360"/>
                </a:lnSpc>
              </a:pPr>
              <a:endParaRPr/>
            </a:p>
          </p:txBody>
        </p:sp>
      </p:grpSp>
      <p:sp>
        <p:nvSpPr>
          <p:cNvPr id="30" name="TextBox 30"/>
          <p:cNvSpPr txBox="1"/>
          <p:nvPr/>
        </p:nvSpPr>
        <p:spPr>
          <a:xfrm>
            <a:off x="441110" y="383870"/>
            <a:ext cx="6061577" cy="1015663"/>
          </a:xfrm>
          <a:prstGeom prst="rect">
            <a:avLst/>
          </a:prstGeom>
        </p:spPr>
        <p:txBody>
          <a:bodyPr lIns="0" tIns="0" rIns="0" bIns="0" rtlCol="0" anchor="t">
            <a:spAutoFit/>
          </a:bodyPr>
          <a:lstStyle/>
          <a:p>
            <a:r>
              <a:rPr lang="en-US" sz="6600" b="1" dirty="0">
                <a:solidFill>
                  <a:srgbClr val="FFFFFF"/>
                </a:solidFill>
                <a:latin typeface="Calibri" pitchFamily="34" charset="0"/>
                <a:ea typeface="Calibri" pitchFamily="34" charset="-122"/>
                <a:cs typeface="Calibri" pitchFamily="34" charset="-120"/>
              </a:rPr>
              <a:t>Implementation :</a:t>
            </a:r>
            <a:endParaRPr lang="en-US" sz="6600" dirty="0"/>
          </a:p>
        </p:txBody>
      </p:sp>
      <p:sp>
        <p:nvSpPr>
          <p:cNvPr id="44" name="TextBox 43">
            <a:extLst>
              <a:ext uri="{FF2B5EF4-FFF2-40B4-BE49-F238E27FC236}">
                <a16:creationId xmlns:a16="http://schemas.microsoft.com/office/drawing/2014/main" id="{04CC17AF-083F-AA20-C56A-87922E8F128A}"/>
              </a:ext>
            </a:extLst>
          </p:cNvPr>
          <p:cNvSpPr txBox="1"/>
          <p:nvPr/>
        </p:nvSpPr>
        <p:spPr>
          <a:xfrm>
            <a:off x="1631676" y="1579627"/>
            <a:ext cx="15697200" cy="12117613"/>
          </a:xfrm>
          <a:prstGeom prst="rect">
            <a:avLst/>
          </a:prstGeom>
          <a:noFill/>
        </p:spPr>
        <p:txBody>
          <a:bodyPr wrap="square">
            <a:spAutoFit/>
          </a:bodyPr>
          <a:lstStyle/>
          <a:p>
            <a:pPr marL="0" indent="0">
              <a:buNone/>
            </a:pPr>
            <a:r>
              <a:rPr lang="en-US" sz="2000" b="1" dirty="0">
                <a:solidFill>
                  <a:srgbClr val="C00000"/>
                </a:solidFill>
                <a:latin typeface="Calibri" pitchFamily="34" charset="0"/>
                <a:ea typeface="Calibri" pitchFamily="34" charset="-122"/>
                <a:cs typeface="Calibri" pitchFamily="34" charset="-120"/>
              </a:rPr>
              <a:t>Import Library</a:t>
            </a:r>
          </a:p>
          <a:p>
            <a:pPr marL="342900" indent="-342900">
              <a:lnSpc>
                <a:spcPct val="112000"/>
              </a:lnSpc>
              <a:buFont typeface="Wingdings" panose="05000000000000000000" pitchFamily="2" charset="2"/>
              <a:buChar char="Ø"/>
            </a:pPr>
            <a:r>
              <a:rPr lang="en-US" sz="2400" dirty="0">
                <a:solidFill>
                  <a:schemeClr val="bg1"/>
                </a:solidFill>
                <a:latin typeface="Courier New" pitchFamily="34" charset="0"/>
                <a:ea typeface="Courier New" pitchFamily="34" charset="-122"/>
                <a:cs typeface="Courier New" pitchFamily="34" charset="-120"/>
              </a:rPr>
              <a:t>import </a:t>
            </a:r>
            <a:r>
              <a:rPr lang="en-US" sz="2400" dirty="0" err="1">
                <a:solidFill>
                  <a:schemeClr val="bg1"/>
                </a:solidFill>
                <a:latin typeface="Courier New" pitchFamily="34" charset="0"/>
                <a:ea typeface="Courier New" pitchFamily="34" charset="-122"/>
                <a:cs typeface="Courier New" pitchFamily="34" charset="-120"/>
              </a:rPr>
              <a:t>numpy</a:t>
            </a:r>
            <a:r>
              <a:rPr lang="en-US" sz="2400" dirty="0">
                <a:solidFill>
                  <a:schemeClr val="bg1"/>
                </a:solidFill>
                <a:latin typeface="Courier New" pitchFamily="34" charset="0"/>
                <a:ea typeface="Courier New" pitchFamily="34" charset="-122"/>
                <a:cs typeface="Courier New" pitchFamily="34" charset="-120"/>
              </a:rPr>
              <a:t> as np</a:t>
            </a:r>
            <a:r>
              <a:rPr lang="en-US" sz="2400" i="1" dirty="0">
                <a:solidFill>
                  <a:schemeClr val="bg1"/>
                </a:solidFill>
                <a:latin typeface="Courier New" pitchFamily="34" charset="0"/>
                <a:ea typeface="Courier New" pitchFamily="34" charset="-122"/>
                <a:cs typeface="Courier New" pitchFamily="34" charset="-120"/>
              </a:rPr>
              <a:t>  ----# used for mathematical </a:t>
            </a:r>
            <a:r>
              <a:rPr lang="en-US" sz="2400" i="1" dirty="0" err="1">
                <a:solidFill>
                  <a:schemeClr val="bg1"/>
                </a:solidFill>
                <a:latin typeface="Courier New" pitchFamily="34" charset="0"/>
                <a:ea typeface="Courier New" pitchFamily="34" charset="-122"/>
                <a:cs typeface="Courier New" pitchFamily="34" charset="-120"/>
              </a:rPr>
              <a:t>opertion</a:t>
            </a:r>
            <a:endParaRPr lang="en-US" sz="2400" dirty="0">
              <a:solidFill>
                <a:schemeClr val="bg1"/>
              </a:solidFill>
            </a:endParaRPr>
          </a:p>
          <a:p>
            <a:pPr marL="342900" indent="-342900">
              <a:lnSpc>
                <a:spcPct val="112000"/>
              </a:lnSpc>
              <a:buFont typeface="Wingdings" panose="05000000000000000000" pitchFamily="2" charset="2"/>
              <a:buChar char="Ø"/>
            </a:pPr>
            <a:r>
              <a:rPr lang="en-US" sz="2400" dirty="0">
                <a:solidFill>
                  <a:schemeClr val="bg1"/>
                </a:solidFill>
                <a:latin typeface="Courier New" pitchFamily="34" charset="0"/>
                <a:ea typeface="Courier New" pitchFamily="34" charset="-122"/>
                <a:cs typeface="Courier New" pitchFamily="34" charset="-120"/>
              </a:rPr>
              <a:t>import pandas as pd</a:t>
            </a:r>
            <a:r>
              <a:rPr lang="en-US" sz="2400" i="1" dirty="0">
                <a:solidFill>
                  <a:schemeClr val="bg1"/>
                </a:solidFill>
                <a:latin typeface="Courier New" pitchFamily="34" charset="0"/>
                <a:ea typeface="Courier New" pitchFamily="34" charset="-122"/>
                <a:cs typeface="Courier New" pitchFamily="34" charset="-120"/>
              </a:rPr>
              <a:t>  ----# used for data cleaning and data manipulation</a:t>
            </a:r>
            <a:endParaRPr lang="en-US" sz="2400" dirty="0">
              <a:solidFill>
                <a:schemeClr val="bg1"/>
              </a:solidFill>
            </a:endParaRPr>
          </a:p>
          <a:p>
            <a:pPr marL="342900" indent="-342900">
              <a:lnSpc>
                <a:spcPct val="112000"/>
              </a:lnSpc>
              <a:buFont typeface="Wingdings" panose="05000000000000000000" pitchFamily="2" charset="2"/>
              <a:buChar char="Ø"/>
            </a:pPr>
            <a:r>
              <a:rPr lang="en-US" sz="2400" dirty="0">
                <a:solidFill>
                  <a:schemeClr val="bg1"/>
                </a:solidFill>
                <a:latin typeface="Courier New" pitchFamily="34" charset="0"/>
                <a:ea typeface="Courier New" pitchFamily="34" charset="-122"/>
                <a:cs typeface="Courier New" pitchFamily="34" charset="-120"/>
              </a:rPr>
              <a:t>import </a:t>
            </a:r>
            <a:r>
              <a:rPr lang="en-US" sz="2400" dirty="0" err="1">
                <a:solidFill>
                  <a:schemeClr val="bg1"/>
                </a:solidFill>
                <a:latin typeface="Courier New" pitchFamily="34" charset="0"/>
                <a:ea typeface="Courier New" pitchFamily="34" charset="-122"/>
                <a:cs typeface="Courier New" pitchFamily="34" charset="-120"/>
              </a:rPr>
              <a:t>matplotlib.pyplot</a:t>
            </a:r>
            <a:r>
              <a:rPr lang="en-US" sz="2400" dirty="0">
                <a:solidFill>
                  <a:schemeClr val="bg1"/>
                </a:solidFill>
                <a:latin typeface="Courier New" pitchFamily="34" charset="0"/>
                <a:ea typeface="Courier New" pitchFamily="34" charset="-122"/>
                <a:cs typeface="Courier New" pitchFamily="34" charset="-120"/>
              </a:rPr>
              <a:t> as </a:t>
            </a:r>
            <a:r>
              <a:rPr lang="en-US" sz="2400" dirty="0" err="1">
                <a:solidFill>
                  <a:schemeClr val="bg1"/>
                </a:solidFill>
                <a:latin typeface="Courier New" pitchFamily="34" charset="0"/>
                <a:ea typeface="Courier New" pitchFamily="34" charset="-122"/>
                <a:cs typeface="Courier New" pitchFamily="34" charset="-120"/>
              </a:rPr>
              <a:t>plt</a:t>
            </a:r>
            <a:r>
              <a:rPr lang="en-US" sz="2400" i="1" dirty="0">
                <a:solidFill>
                  <a:schemeClr val="bg1"/>
                </a:solidFill>
                <a:latin typeface="Courier New" pitchFamily="34" charset="0"/>
                <a:ea typeface="Courier New" pitchFamily="34" charset="-122"/>
                <a:cs typeface="Courier New" pitchFamily="34" charset="-120"/>
              </a:rPr>
              <a:t>  ----# used for understanding the data with the help of graph</a:t>
            </a:r>
            <a:endParaRPr lang="en-US" sz="2400" dirty="0">
              <a:solidFill>
                <a:schemeClr val="bg1"/>
              </a:solidFill>
            </a:endParaRPr>
          </a:p>
          <a:p>
            <a:pPr marL="342900" indent="-342900">
              <a:lnSpc>
                <a:spcPct val="112000"/>
              </a:lnSpc>
              <a:buFont typeface="Wingdings" panose="05000000000000000000" pitchFamily="2" charset="2"/>
              <a:buChar char="Ø"/>
            </a:pPr>
            <a:r>
              <a:rPr lang="en-US" sz="2400" dirty="0">
                <a:solidFill>
                  <a:schemeClr val="bg1"/>
                </a:solidFill>
                <a:latin typeface="Courier New" pitchFamily="34" charset="0"/>
                <a:ea typeface="Courier New" pitchFamily="34" charset="-122"/>
                <a:cs typeface="Courier New" pitchFamily="34" charset="-120"/>
              </a:rPr>
              <a:t>import seaborn as </a:t>
            </a:r>
            <a:r>
              <a:rPr lang="en-US" sz="2400" dirty="0" err="1">
                <a:solidFill>
                  <a:schemeClr val="bg1"/>
                </a:solidFill>
                <a:latin typeface="Courier New" pitchFamily="34" charset="0"/>
                <a:ea typeface="Courier New" pitchFamily="34" charset="-122"/>
                <a:cs typeface="Courier New" pitchFamily="34" charset="-120"/>
              </a:rPr>
              <a:t>sns</a:t>
            </a:r>
            <a:r>
              <a:rPr lang="en-US" sz="2400" i="1" dirty="0">
                <a:solidFill>
                  <a:schemeClr val="bg1"/>
                </a:solidFill>
                <a:latin typeface="Courier New" pitchFamily="34" charset="0"/>
                <a:ea typeface="Courier New" pitchFamily="34" charset="-122"/>
                <a:cs typeface="Courier New" pitchFamily="34" charset="-120"/>
              </a:rPr>
              <a:t>  ----# used for data </a:t>
            </a:r>
            <a:r>
              <a:rPr lang="en-US" sz="2400" i="1" dirty="0" err="1">
                <a:solidFill>
                  <a:schemeClr val="bg1"/>
                </a:solidFill>
                <a:latin typeface="Courier New" pitchFamily="34" charset="0"/>
                <a:ea typeface="Courier New" pitchFamily="34" charset="-122"/>
                <a:cs typeface="Courier New" pitchFamily="34" charset="-120"/>
              </a:rPr>
              <a:t>visulation</a:t>
            </a:r>
            <a:r>
              <a:rPr lang="en-US" sz="2400" i="1" dirty="0">
                <a:solidFill>
                  <a:schemeClr val="bg1"/>
                </a:solidFill>
                <a:latin typeface="Courier New" pitchFamily="34" charset="0"/>
                <a:ea typeface="Courier New" pitchFamily="34" charset="-122"/>
                <a:cs typeface="Courier New" pitchFamily="34" charset="-120"/>
              </a:rPr>
              <a:t> through heatmap and boxplot</a:t>
            </a:r>
            <a:endParaRPr lang="en-US" sz="2400" dirty="0">
              <a:solidFill>
                <a:schemeClr val="bg1"/>
              </a:solidFill>
            </a:endParaRPr>
          </a:p>
          <a:p>
            <a:pPr marL="342900" indent="-342900">
              <a:lnSpc>
                <a:spcPct val="112000"/>
              </a:lnSpc>
              <a:buFont typeface="Wingdings" panose="05000000000000000000" pitchFamily="2" charset="2"/>
              <a:buChar char="Ø"/>
            </a:pPr>
            <a:r>
              <a:rPr lang="en-US" sz="2400" dirty="0">
                <a:solidFill>
                  <a:schemeClr val="bg1"/>
                </a:solidFill>
                <a:latin typeface="Courier New" pitchFamily="34" charset="0"/>
                <a:ea typeface="Courier New" pitchFamily="34" charset="-122"/>
                <a:cs typeface="Courier New" pitchFamily="34" charset="-120"/>
              </a:rPr>
              <a:t>from </a:t>
            </a:r>
            <a:r>
              <a:rPr lang="en-US" sz="2400" dirty="0" err="1">
                <a:solidFill>
                  <a:schemeClr val="bg1"/>
                </a:solidFill>
                <a:latin typeface="Courier New" pitchFamily="34" charset="0"/>
                <a:ea typeface="Courier New" pitchFamily="34" charset="-122"/>
                <a:cs typeface="Courier New" pitchFamily="34" charset="-120"/>
              </a:rPr>
              <a:t>sklearn.model_selection</a:t>
            </a:r>
            <a:r>
              <a:rPr lang="en-US" sz="2400" dirty="0">
                <a:solidFill>
                  <a:schemeClr val="bg1"/>
                </a:solidFill>
                <a:latin typeface="Courier New" pitchFamily="34" charset="0"/>
                <a:ea typeface="Courier New" pitchFamily="34" charset="-122"/>
                <a:cs typeface="Courier New" pitchFamily="34" charset="-120"/>
              </a:rPr>
              <a:t> import </a:t>
            </a:r>
            <a:r>
              <a:rPr lang="en-US" sz="2400" dirty="0" err="1">
                <a:solidFill>
                  <a:schemeClr val="bg1"/>
                </a:solidFill>
                <a:latin typeface="Courier New" pitchFamily="34" charset="0"/>
                <a:ea typeface="Courier New" pitchFamily="34" charset="-122"/>
                <a:cs typeface="Courier New" pitchFamily="34" charset="-120"/>
              </a:rPr>
              <a:t>train_test_split</a:t>
            </a:r>
            <a:r>
              <a:rPr lang="en-US" sz="2400" i="1" dirty="0">
                <a:solidFill>
                  <a:schemeClr val="bg1"/>
                </a:solidFill>
                <a:latin typeface="Courier New" pitchFamily="34" charset="0"/>
                <a:ea typeface="Courier New" pitchFamily="34" charset="-122"/>
                <a:cs typeface="Courier New" pitchFamily="34" charset="-120"/>
              </a:rPr>
              <a:t>  ----# used for training and testing the da</a:t>
            </a:r>
            <a:endParaRPr lang="en-US" sz="2400" dirty="0">
              <a:solidFill>
                <a:schemeClr val="bg1"/>
              </a:solidFill>
            </a:endParaRPr>
          </a:p>
          <a:p>
            <a:pPr marL="342900" indent="-342900">
              <a:lnSpc>
                <a:spcPct val="112000"/>
              </a:lnSpc>
              <a:buFont typeface="Wingdings" panose="05000000000000000000" pitchFamily="2" charset="2"/>
              <a:buChar char="Ø"/>
            </a:pPr>
            <a:r>
              <a:rPr lang="en-US" sz="2400" dirty="0">
                <a:solidFill>
                  <a:schemeClr val="bg1"/>
                </a:solidFill>
                <a:latin typeface="Courier New" pitchFamily="34" charset="0"/>
                <a:ea typeface="Courier New" pitchFamily="34" charset="-122"/>
                <a:cs typeface="Courier New" pitchFamily="34" charset="-120"/>
              </a:rPr>
              <a:t>from </a:t>
            </a:r>
            <a:r>
              <a:rPr lang="en-US" sz="2400" dirty="0" err="1">
                <a:solidFill>
                  <a:schemeClr val="bg1"/>
                </a:solidFill>
                <a:latin typeface="Courier New" pitchFamily="34" charset="0"/>
                <a:ea typeface="Courier New" pitchFamily="34" charset="-122"/>
                <a:cs typeface="Courier New" pitchFamily="34" charset="-120"/>
              </a:rPr>
              <a:t>sklearn.preprocessing</a:t>
            </a:r>
            <a:r>
              <a:rPr lang="en-US" sz="2400" dirty="0">
                <a:solidFill>
                  <a:schemeClr val="bg1"/>
                </a:solidFill>
                <a:latin typeface="Courier New" pitchFamily="34" charset="0"/>
                <a:ea typeface="Courier New" pitchFamily="34" charset="-122"/>
                <a:cs typeface="Courier New" pitchFamily="34" charset="-120"/>
              </a:rPr>
              <a:t> import </a:t>
            </a:r>
            <a:r>
              <a:rPr lang="en-US" sz="2400" dirty="0" err="1">
                <a:solidFill>
                  <a:schemeClr val="bg1"/>
                </a:solidFill>
                <a:latin typeface="Courier New" pitchFamily="34" charset="0"/>
                <a:ea typeface="Courier New" pitchFamily="34" charset="-122"/>
                <a:cs typeface="Courier New" pitchFamily="34" charset="-120"/>
              </a:rPr>
              <a:t>LabelEncoder</a:t>
            </a:r>
            <a:r>
              <a:rPr lang="en-US" sz="2400" i="1" dirty="0">
                <a:solidFill>
                  <a:schemeClr val="bg1"/>
                </a:solidFill>
                <a:latin typeface="Courier New" pitchFamily="34" charset="0"/>
                <a:ea typeface="Courier New" pitchFamily="34" charset="-122"/>
                <a:cs typeface="Courier New" pitchFamily="34" charset="-120"/>
              </a:rPr>
              <a:t>  ----# this library is </a:t>
            </a:r>
            <a:r>
              <a:rPr lang="en-US" sz="2400" i="1" dirty="0" err="1">
                <a:solidFill>
                  <a:schemeClr val="bg1"/>
                </a:solidFill>
                <a:latin typeface="Courier New" pitchFamily="34" charset="0"/>
                <a:ea typeface="Courier New" pitchFamily="34" charset="-122"/>
                <a:cs typeface="Courier New" pitchFamily="34" charset="-120"/>
              </a:rPr>
              <a:t>generaly</a:t>
            </a:r>
            <a:r>
              <a:rPr lang="en-US" sz="2400" i="1" dirty="0">
                <a:solidFill>
                  <a:schemeClr val="bg1"/>
                </a:solidFill>
                <a:latin typeface="Courier New" pitchFamily="34" charset="0"/>
                <a:ea typeface="Courier New" pitchFamily="34" charset="-122"/>
                <a:cs typeface="Courier New" pitchFamily="34" charset="-120"/>
              </a:rPr>
              <a:t> use for converting text into numbers</a:t>
            </a:r>
            <a:endParaRPr lang="en-US" sz="2400" dirty="0">
              <a:solidFill>
                <a:schemeClr val="bg1"/>
              </a:solidFill>
            </a:endParaRPr>
          </a:p>
          <a:p>
            <a:pPr marL="342900" indent="-342900">
              <a:lnSpc>
                <a:spcPct val="112000"/>
              </a:lnSpc>
              <a:buFont typeface="Wingdings" panose="05000000000000000000" pitchFamily="2" charset="2"/>
              <a:buChar char="Ø"/>
            </a:pPr>
            <a:r>
              <a:rPr lang="en-US" sz="2400" dirty="0">
                <a:solidFill>
                  <a:schemeClr val="bg1"/>
                </a:solidFill>
                <a:latin typeface="Courier New" pitchFamily="34" charset="0"/>
                <a:ea typeface="Courier New" pitchFamily="34" charset="-122"/>
                <a:cs typeface="Courier New" pitchFamily="34" charset="-120"/>
              </a:rPr>
              <a:t>from </a:t>
            </a:r>
            <a:r>
              <a:rPr lang="en-US" sz="2400" dirty="0" err="1">
                <a:solidFill>
                  <a:schemeClr val="bg1"/>
                </a:solidFill>
                <a:latin typeface="Courier New" pitchFamily="34" charset="0"/>
                <a:ea typeface="Courier New" pitchFamily="34" charset="-122"/>
                <a:cs typeface="Courier New" pitchFamily="34" charset="-120"/>
              </a:rPr>
              <a:t>sklearn.linear_model</a:t>
            </a:r>
            <a:r>
              <a:rPr lang="en-US" sz="2400" dirty="0">
                <a:solidFill>
                  <a:schemeClr val="bg1"/>
                </a:solidFill>
                <a:latin typeface="Courier New" pitchFamily="34" charset="0"/>
                <a:ea typeface="Courier New" pitchFamily="34" charset="-122"/>
                <a:cs typeface="Courier New" pitchFamily="34" charset="-120"/>
              </a:rPr>
              <a:t> import </a:t>
            </a:r>
            <a:r>
              <a:rPr lang="en-US" sz="2400" dirty="0" err="1">
                <a:solidFill>
                  <a:schemeClr val="bg1"/>
                </a:solidFill>
                <a:latin typeface="Courier New" pitchFamily="34" charset="0"/>
                <a:ea typeface="Courier New" pitchFamily="34" charset="-122"/>
                <a:cs typeface="Courier New" pitchFamily="34" charset="-120"/>
              </a:rPr>
              <a:t>LinearRegression</a:t>
            </a:r>
            <a:r>
              <a:rPr lang="en-US" sz="2400" i="1" dirty="0">
                <a:solidFill>
                  <a:schemeClr val="bg1"/>
                </a:solidFill>
                <a:latin typeface="Courier New" pitchFamily="34" charset="0"/>
                <a:ea typeface="Courier New" pitchFamily="34" charset="-122"/>
                <a:cs typeface="Courier New" pitchFamily="34" charset="-120"/>
              </a:rPr>
              <a:t>  ----# linear regression is use analyze the relation between the variables by fitting a straight line to the data</a:t>
            </a:r>
            <a:endParaRPr lang="en-US" sz="2400" dirty="0">
              <a:solidFill>
                <a:schemeClr val="bg1"/>
              </a:solidFill>
            </a:endParaRPr>
          </a:p>
          <a:p>
            <a:pPr marL="342900" indent="-342900">
              <a:lnSpc>
                <a:spcPct val="112000"/>
              </a:lnSpc>
              <a:buFont typeface="Wingdings" panose="05000000000000000000" pitchFamily="2" charset="2"/>
              <a:buChar char="Ø"/>
            </a:pPr>
            <a:r>
              <a:rPr lang="en-US" sz="2400" dirty="0">
                <a:solidFill>
                  <a:schemeClr val="bg1"/>
                </a:solidFill>
                <a:latin typeface="Courier New" pitchFamily="34" charset="0"/>
                <a:ea typeface="Courier New" pitchFamily="34" charset="-122"/>
                <a:cs typeface="Courier New" pitchFamily="34" charset="-120"/>
              </a:rPr>
              <a:t>from </a:t>
            </a:r>
            <a:r>
              <a:rPr lang="en-US" sz="2400" dirty="0" err="1">
                <a:solidFill>
                  <a:schemeClr val="bg1"/>
                </a:solidFill>
                <a:latin typeface="Courier New" pitchFamily="34" charset="0"/>
                <a:ea typeface="Courier New" pitchFamily="34" charset="-122"/>
                <a:cs typeface="Courier New" pitchFamily="34" charset="-120"/>
              </a:rPr>
              <a:t>sklearn.ensemble</a:t>
            </a:r>
            <a:r>
              <a:rPr lang="en-US" sz="2400" dirty="0">
                <a:solidFill>
                  <a:schemeClr val="bg1"/>
                </a:solidFill>
                <a:latin typeface="Courier New" pitchFamily="34" charset="0"/>
                <a:ea typeface="Courier New" pitchFamily="34" charset="-122"/>
                <a:cs typeface="Courier New" pitchFamily="34" charset="-120"/>
              </a:rPr>
              <a:t> import </a:t>
            </a:r>
            <a:r>
              <a:rPr lang="en-US" sz="2400" dirty="0" err="1">
                <a:solidFill>
                  <a:schemeClr val="bg1"/>
                </a:solidFill>
                <a:latin typeface="Courier New" pitchFamily="34" charset="0"/>
                <a:ea typeface="Courier New" pitchFamily="34" charset="-122"/>
                <a:cs typeface="Courier New" pitchFamily="34" charset="-120"/>
              </a:rPr>
              <a:t>RandomForestRegressor</a:t>
            </a:r>
            <a:r>
              <a:rPr lang="en-US" sz="2400" i="1" dirty="0">
                <a:solidFill>
                  <a:schemeClr val="bg1"/>
                </a:solidFill>
                <a:latin typeface="Courier New" pitchFamily="34" charset="0"/>
                <a:ea typeface="Courier New" pitchFamily="34" charset="-122"/>
                <a:cs typeface="Courier New" pitchFamily="34" charset="-120"/>
              </a:rPr>
              <a:t>  ----# it improve the accuracy by combining the predictions of multiple decision tree</a:t>
            </a:r>
            <a:endParaRPr lang="en-US" sz="2400" dirty="0">
              <a:solidFill>
                <a:schemeClr val="bg1"/>
              </a:solidFill>
            </a:endParaRPr>
          </a:p>
          <a:p>
            <a:pPr marL="0" indent="0">
              <a:buNone/>
            </a:pPr>
            <a:endParaRPr lang="en-US" sz="2000" b="1" dirty="0">
              <a:solidFill>
                <a:schemeClr val="bg1"/>
              </a:solidFill>
              <a:latin typeface="Calibri" pitchFamily="34" charset="0"/>
              <a:ea typeface="Calibri" pitchFamily="34" charset="-122"/>
              <a:cs typeface="Calibri" pitchFamily="34" charset="-120"/>
            </a:endParaRPr>
          </a:p>
          <a:p>
            <a:pPr marL="0" indent="0">
              <a:buNone/>
            </a:pPr>
            <a:endParaRPr lang="en-US" sz="2000" b="1" dirty="0">
              <a:solidFill>
                <a:schemeClr val="bg1"/>
              </a:solidFill>
              <a:latin typeface="Calibri" pitchFamily="34" charset="0"/>
              <a:ea typeface="Calibri" pitchFamily="34" charset="-122"/>
              <a:cs typeface="Calibri" pitchFamily="34" charset="-120"/>
            </a:endParaRPr>
          </a:p>
          <a:p>
            <a:pPr>
              <a:lnSpc>
                <a:spcPct val="110000"/>
              </a:lnSpc>
            </a:pPr>
            <a:r>
              <a:rPr lang="en-US" sz="2400" i="1" dirty="0">
                <a:solidFill>
                  <a:srgbClr val="FF0000"/>
                </a:solidFill>
                <a:latin typeface="Courier New" pitchFamily="34" charset="0"/>
                <a:ea typeface="Courier New" pitchFamily="34" charset="-122"/>
                <a:cs typeface="Courier New" pitchFamily="34" charset="-120"/>
              </a:rPr>
              <a:t># </a:t>
            </a:r>
            <a:r>
              <a:rPr lang="en-US" sz="2400" i="1" dirty="0" err="1">
                <a:solidFill>
                  <a:srgbClr val="FF0000"/>
                </a:solidFill>
                <a:latin typeface="Courier New" pitchFamily="34" charset="0"/>
                <a:ea typeface="Courier New" pitchFamily="34" charset="-122"/>
                <a:cs typeface="Courier New" pitchFamily="34" charset="-120"/>
              </a:rPr>
              <a:t>loding</a:t>
            </a:r>
            <a:r>
              <a:rPr lang="en-US" sz="2400" i="1" dirty="0">
                <a:solidFill>
                  <a:srgbClr val="FF0000"/>
                </a:solidFill>
                <a:latin typeface="Courier New" pitchFamily="34" charset="0"/>
                <a:ea typeface="Courier New" pitchFamily="34" charset="-122"/>
                <a:cs typeface="Courier New" pitchFamily="34" charset="-120"/>
              </a:rPr>
              <a:t> the dataset</a:t>
            </a:r>
            <a:endParaRPr lang="en-US" sz="2400" dirty="0">
              <a:solidFill>
                <a:srgbClr val="FF0000"/>
              </a:solidFill>
            </a:endParaRPr>
          </a:p>
          <a:p>
            <a:pPr>
              <a:lnSpc>
                <a:spcPct val="110000"/>
              </a:lnSpc>
            </a:pPr>
            <a:r>
              <a:rPr lang="en-US" sz="2400" dirty="0" err="1">
                <a:solidFill>
                  <a:schemeClr val="bg1"/>
                </a:solidFill>
                <a:latin typeface="Courier New" pitchFamily="34" charset="0"/>
                <a:ea typeface="Courier New" pitchFamily="34" charset="-122"/>
                <a:cs typeface="Courier New" pitchFamily="34" charset="-120"/>
              </a:rPr>
              <a:t>df</a:t>
            </a:r>
            <a:r>
              <a:rPr lang="en-US" sz="2400" dirty="0">
                <a:solidFill>
                  <a:schemeClr val="bg1"/>
                </a:solidFill>
                <a:latin typeface="Courier New" pitchFamily="34" charset="0"/>
                <a:ea typeface="Courier New" pitchFamily="34" charset="-122"/>
                <a:cs typeface="Courier New" pitchFamily="34" charset="-120"/>
              </a:rPr>
              <a:t> = </a:t>
            </a:r>
            <a:r>
              <a:rPr lang="en-US" sz="2400" dirty="0" err="1">
                <a:solidFill>
                  <a:schemeClr val="bg1"/>
                </a:solidFill>
                <a:latin typeface="Courier New" pitchFamily="34" charset="0"/>
                <a:ea typeface="Courier New" pitchFamily="34" charset="-122"/>
                <a:cs typeface="Courier New" pitchFamily="34" charset="-120"/>
              </a:rPr>
              <a:t>pd.read_csv</a:t>
            </a:r>
            <a:r>
              <a:rPr lang="en-US" sz="2400" dirty="0">
                <a:solidFill>
                  <a:schemeClr val="bg1"/>
                </a:solidFill>
                <a:latin typeface="Courier New" pitchFamily="34" charset="0"/>
                <a:ea typeface="Courier New" pitchFamily="34" charset="-122"/>
                <a:cs typeface="Courier New" pitchFamily="34" charset="-120"/>
              </a:rPr>
              <a:t>("car_ML_model.csv")</a:t>
            </a:r>
            <a:endParaRPr lang="en-US" sz="2400" dirty="0">
              <a:solidFill>
                <a:schemeClr val="bg1"/>
              </a:solidFill>
            </a:endParaRPr>
          </a:p>
          <a:p>
            <a:pPr>
              <a:lnSpc>
                <a:spcPct val="110000"/>
              </a:lnSpc>
            </a:pPr>
            <a:r>
              <a:rPr lang="en-US" sz="2400" dirty="0" err="1">
                <a:solidFill>
                  <a:schemeClr val="bg1"/>
                </a:solidFill>
                <a:latin typeface="Courier New" pitchFamily="34" charset="0"/>
                <a:ea typeface="Courier New" pitchFamily="34" charset="-122"/>
                <a:cs typeface="Courier New" pitchFamily="34" charset="-120"/>
              </a:rPr>
              <a:t>df.head</a:t>
            </a:r>
            <a:r>
              <a:rPr lang="en-US" sz="2400" dirty="0">
                <a:solidFill>
                  <a:schemeClr val="bg1"/>
                </a:solidFill>
                <a:latin typeface="Courier New" pitchFamily="34" charset="0"/>
                <a:ea typeface="Courier New" pitchFamily="34" charset="-122"/>
                <a:cs typeface="Courier New" pitchFamily="34" charset="-120"/>
              </a:rPr>
              <a:t>()      </a:t>
            </a:r>
            <a:r>
              <a:rPr lang="en-US" sz="2400" i="1" dirty="0">
                <a:solidFill>
                  <a:schemeClr val="bg1"/>
                </a:solidFill>
                <a:latin typeface="Courier New" pitchFamily="34" charset="0"/>
                <a:ea typeface="Courier New" pitchFamily="34" charset="-122"/>
                <a:cs typeface="Courier New" pitchFamily="34" charset="-120"/>
              </a:rPr>
              <a:t># it will show the first 5 row</a:t>
            </a:r>
            <a:endParaRPr lang="en-US" sz="2400" dirty="0">
              <a:solidFill>
                <a:schemeClr val="bg1"/>
              </a:solidFill>
            </a:endParaRPr>
          </a:p>
          <a:p>
            <a:pPr>
              <a:lnSpc>
                <a:spcPct val="110000"/>
              </a:lnSpc>
            </a:pPr>
            <a:r>
              <a:rPr lang="en-US" sz="2400" dirty="0" err="1">
                <a:solidFill>
                  <a:schemeClr val="bg1"/>
                </a:solidFill>
                <a:latin typeface="Courier New" pitchFamily="34" charset="0"/>
                <a:ea typeface="Courier New" pitchFamily="34" charset="-122"/>
                <a:cs typeface="Courier New" pitchFamily="34" charset="-120"/>
              </a:rPr>
              <a:t>df.shape</a:t>
            </a:r>
            <a:r>
              <a:rPr lang="en-US" sz="2400" dirty="0">
                <a:solidFill>
                  <a:schemeClr val="bg1"/>
                </a:solidFill>
                <a:latin typeface="Courier New" pitchFamily="34" charset="0"/>
                <a:ea typeface="Courier New" pitchFamily="34" charset="-122"/>
                <a:cs typeface="Courier New" pitchFamily="34" charset="-120"/>
              </a:rPr>
              <a:t>       </a:t>
            </a:r>
            <a:r>
              <a:rPr lang="en-US" sz="2400" i="1" dirty="0">
                <a:solidFill>
                  <a:schemeClr val="bg1"/>
                </a:solidFill>
                <a:latin typeface="Courier New" pitchFamily="34" charset="0"/>
                <a:ea typeface="Courier New" pitchFamily="34" charset="-122"/>
                <a:cs typeface="Courier New" pitchFamily="34" charset="-120"/>
              </a:rPr>
              <a:t># number of column and row</a:t>
            </a:r>
            <a:endParaRPr lang="en-US" sz="2400" dirty="0">
              <a:solidFill>
                <a:schemeClr val="bg1"/>
              </a:solidFill>
            </a:endParaRPr>
          </a:p>
          <a:p>
            <a:pPr>
              <a:lnSpc>
                <a:spcPct val="110000"/>
              </a:lnSpc>
            </a:pPr>
            <a:r>
              <a:rPr lang="en-US" sz="2400" dirty="0" err="1">
                <a:solidFill>
                  <a:schemeClr val="bg1"/>
                </a:solidFill>
                <a:latin typeface="Courier New" pitchFamily="34" charset="0"/>
                <a:ea typeface="Courier New" pitchFamily="34" charset="-122"/>
                <a:cs typeface="Courier New" pitchFamily="34" charset="-120"/>
              </a:rPr>
              <a:t>df.columns</a:t>
            </a:r>
            <a:r>
              <a:rPr lang="en-US" sz="2400" dirty="0">
                <a:solidFill>
                  <a:schemeClr val="bg1"/>
                </a:solidFill>
                <a:latin typeface="Courier New" pitchFamily="34" charset="0"/>
                <a:ea typeface="Courier New" pitchFamily="34" charset="-122"/>
                <a:cs typeface="Courier New" pitchFamily="34" charset="-120"/>
              </a:rPr>
              <a:t>     </a:t>
            </a:r>
            <a:r>
              <a:rPr lang="en-US" sz="2400" i="1" dirty="0">
                <a:solidFill>
                  <a:schemeClr val="bg1"/>
                </a:solidFill>
                <a:latin typeface="Courier New" pitchFamily="34" charset="0"/>
                <a:ea typeface="Courier New" pitchFamily="34" charset="-122"/>
                <a:cs typeface="Courier New" pitchFamily="34" charset="-120"/>
              </a:rPr>
              <a:t># it will show all features name</a:t>
            </a:r>
            <a:endParaRPr lang="en-US" sz="2400" dirty="0">
              <a:solidFill>
                <a:schemeClr val="bg1"/>
              </a:solidFill>
            </a:endParaRPr>
          </a:p>
          <a:p>
            <a:pPr marL="0" indent="0">
              <a:buNone/>
            </a:pPr>
            <a:endParaRPr lang="en-US" sz="2000" b="1" dirty="0">
              <a:solidFill>
                <a:schemeClr val="bg1"/>
              </a:solidFill>
              <a:latin typeface="Calibri" pitchFamily="34" charset="0"/>
              <a:ea typeface="Calibri" pitchFamily="34" charset="-122"/>
              <a:cs typeface="Calibri" pitchFamily="34" charset="-120"/>
            </a:endParaRPr>
          </a:p>
          <a:p>
            <a:pPr marL="0" indent="0">
              <a:buNone/>
            </a:pPr>
            <a:endParaRPr lang="en-US" sz="2000" b="1" dirty="0">
              <a:solidFill>
                <a:schemeClr val="bg1"/>
              </a:solidFill>
              <a:latin typeface="Calibri" pitchFamily="34" charset="0"/>
              <a:ea typeface="Calibri" pitchFamily="34" charset="-122"/>
              <a:cs typeface="Calibri" pitchFamily="34" charset="-120"/>
            </a:endParaRPr>
          </a:p>
          <a:p>
            <a:pPr marL="0" indent="0">
              <a:buNone/>
            </a:pPr>
            <a:endParaRPr lang="en-US" sz="2000" b="1" dirty="0">
              <a:solidFill>
                <a:schemeClr val="bg1"/>
              </a:solidFill>
              <a:latin typeface="Calibri" pitchFamily="34" charset="0"/>
              <a:ea typeface="Calibri" pitchFamily="34" charset="-122"/>
              <a:cs typeface="Calibri" pitchFamily="34" charset="-120"/>
            </a:endParaRPr>
          </a:p>
          <a:p>
            <a:pPr marL="0" indent="0">
              <a:buNone/>
            </a:pPr>
            <a:endParaRPr lang="en-US" sz="2000" b="1" dirty="0">
              <a:solidFill>
                <a:schemeClr val="bg1"/>
              </a:solidFill>
              <a:latin typeface="Calibri" pitchFamily="34" charset="0"/>
              <a:ea typeface="Calibri" pitchFamily="34" charset="-122"/>
              <a:cs typeface="Calibri" pitchFamily="34" charset="-120"/>
            </a:endParaRPr>
          </a:p>
          <a:p>
            <a:pPr marL="0" indent="0">
              <a:buNone/>
            </a:pPr>
            <a:endParaRPr lang="en-US" sz="2000" b="1" dirty="0">
              <a:solidFill>
                <a:schemeClr val="bg1"/>
              </a:solidFill>
              <a:latin typeface="Calibri" pitchFamily="34" charset="0"/>
              <a:ea typeface="Calibri" pitchFamily="34" charset="-122"/>
              <a:cs typeface="Calibri" pitchFamily="34" charset="-120"/>
            </a:endParaRPr>
          </a:p>
          <a:p>
            <a:pPr marL="0" indent="0">
              <a:buNone/>
            </a:pPr>
            <a:endParaRPr lang="en-US" sz="2000" b="1" dirty="0">
              <a:solidFill>
                <a:schemeClr val="bg1"/>
              </a:solidFill>
              <a:latin typeface="Calibri" pitchFamily="34" charset="0"/>
              <a:ea typeface="Calibri" pitchFamily="34" charset="-122"/>
              <a:cs typeface="Calibri" pitchFamily="34" charset="-120"/>
            </a:endParaRPr>
          </a:p>
          <a:p>
            <a:pPr marL="0" indent="0">
              <a:buNone/>
            </a:pPr>
            <a:endParaRPr lang="en-US" sz="2000" b="1" dirty="0">
              <a:solidFill>
                <a:schemeClr val="bg1"/>
              </a:solidFill>
              <a:latin typeface="Calibri" pitchFamily="34" charset="0"/>
              <a:ea typeface="Calibri" pitchFamily="34" charset="-122"/>
              <a:cs typeface="Calibri" pitchFamily="34" charset="-120"/>
            </a:endParaRPr>
          </a:p>
          <a:p>
            <a:pPr marL="0" indent="0">
              <a:buNone/>
            </a:pPr>
            <a:endParaRPr lang="en-US" sz="2000" b="1" dirty="0">
              <a:solidFill>
                <a:schemeClr val="bg1"/>
              </a:solidFill>
              <a:latin typeface="Calibri" pitchFamily="34" charset="0"/>
              <a:ea typeface="Calibri" pitchFamily="34" charset="-122"/>
              <a:cs typeface="Calibri" pitchFamily="34" charset="-120"/>
            </a:endParaRPr>
          </a:p>
          <a:p>
            <a:pPr marL="0" indent="0">
              <a:buNone/>
            </a:pPr>
            <a:endParaRPr lang="en-US" sz="2000" b="1" dirty="0">
              <a:solidFill>
                <a:schemeClr val="bg1"/>
              </a:solidFill>
              <a:latin typeface="Calibri" pitchFamily="34" charset="0"/>
              <a:ea typeface="Calibri" pitchFamily="34" charset="-122"/>
              <a:cs typeface="Calibri" pitchFamily="34" charset="-120"/>
            </a:endParaRPr>
          </a:p>
          <a:p>
            <a:pPr marL="0" indent="0">
              <a:buNone/>
            </a:pPr>
            <a:endParaRPr lang="en-US" sz="2000" b="1" dirty="0">
              <a:solidFill>
                <a:schemeClr val="bg1"/>
              </a:solidFill>
              <a:latin typeface="Calibri" pitchFamily="34" charset="0"/>
              <a:ea typeface="Calibri" pitchFamily="34" charset="-122"/>
              <a:cs typeface="Calibri" pitchFamily="34" charset="-120"/>
            </a:endParaRPr>
          </a:p>
          <a:p>
            <a:pPr marL="0" indent="0">
              <a:buNone/>
            </a:pPr>
            <a:endParaRPr lang="en-US" sz="2000" b="1" dirty="0">
              <a:solidFill>
                <a:schemeClr val="bg1"/>
              </a:solidFill>
              <a:latin typeface="Calibri" pitchFamily="34" charset="0"/>
              <a:ea typeface="Calibri" pitchFamily="34" charset="-122"/>
              <a:cs typeface="Calibri" pitchFamily="34" charset="-120"/>
            </a:endParaRPr>
          </a:p>
          <a:p>
            <a:pPr marL="0" indent="0">
              <a:buNone/>
            </a:pPr>
            <a:endParaRPr lang="en-US" sz="2000" dirty="0">
              <a:solidFill>
                <a:schemeClr val="bg1"/>
              </a:solidFill>
            </a:endParaRPr>
          </a:p>
        </p:txBody>
      </p:sp>
    </p:spTree>
  </p:cSld>
  <p:clrMapOvr>
    <a:masterClrMapping/>
  </p:clrMapOvr>
  <p:transition>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24579" y="-32490"/>
            <a:ext cx="18288000" cy="10287000"/>
            <a:chOff x="0" y="0"/>
            <a:chExt cx="1579154" cy="667677"/>
          </a:xfrm>
        </p:grpSpPr>
        <p:sp>
          <p:nvSpPr>
            <p:cNvPr id="7" name="Freeform 7"/>
            <p:cNvSpPr/>
            <p:nvPr/>
          </p:nvSpPr>
          <p:spPr>
            <a:xfrm>
              <a:off x="0" y="0"/>
              <a:ext cx="1579154" cy="667677"/>
            </a:xfrm>
            <a:custGeom>
              <a:avLst/>
              <a:gdLst/>
              <a:ahLst/>
              <a:cxnLst/>
              <a:rect l="l" t="t" r="r" b="b"/>
              <a:pathLst>
                <a:path w="1579154" h="667677">
                  <a:moveTo>
                    <a:pt x="0" y="0"/>
                  </a:moveTo>
                  <a:lnTo>
                    <a:pt x="1579154" y="0"/>
                  </a:lnTo>
                  <a:lnTo>
                    <a:pt x="1579154" y="667677"/>
                  </a:lnTo>
                  <a:lnTo>
                    <a:pt x="0" y="667677"/>
                  </a:lnTo>
                  <a:close/>
                </a:path>
              </a:pathLst>
            </a:custGeom>
            <a:solidFill>
              <a:srgbClr val="080707"/>
            </a:solidFill>
          </p:spPr>
          <p:txBody>
            <a:bodyPr/>
            <a:lstStyle/>
            <a:p>
              <a:endParaRPr lang="en-IN"/>
            </a:p>
          </p:txBody>
        </p:sp>
        <p:sp>
          <p:nvSpPr>
            <p:cNvPr id="8" name="TextBox 8"/>
            <p:cNvSpPr txBox="1"/>
            <p:nvPr/>
          </p:nvSpPr>
          <p:spPr>
            <a:xfrm>
              <a:off x="0" y="-66675"/>
              <a:ext cx="1579154" cy="734352"/>
            </a:xfrm>
            <a:prstGeom prst="rect">
              <a:avLst/>
            </a:prstGeom>
          </p:spPr>
          <p:txBody>
            <a:bodyPr lIns="50800" tIns="50800" rIns="50800" bIns="50800" rtlCol="0" anchor="ctr"/>
            <a:lstStyle/>
            <a:p>
              <a:pPr algn="ctr">
                <a:lnSpc>
                  <a:spcPts val="3360"/>
                </a:lnSpc>
              </a:pPr>
              <a:endParaRPr/>
            </a:p>
          </p:txBody>
        </p:sp>
      </p:grpSp>
      <p:grpSp>
        <p:nvGrpSpPr>
          <p:cNvPr id="13" name="Group 13"/>
          <p:cNvGrpSpPr/>
          <p:nvPr/>
        </p:nvGrpSpPr>
        <p:grpSpPr>
          <a:xfrm>
            <a:off x="4036564" y="14057"/>
            <a:ext cx="14234230" cy="1186475"/>
            <a:chOff x="0" y="0"/>
            <a:chExt cx="18978974" cy="1581967"/>
          </a:xfrm>
        </p:grpSpPr>
        <p:sp>
          <p:nvSpPr>
            <p:cNvPr id="14" name="Freeform 14"/>
            <p:cNvSpPr/>
            <p:nvPr/>
          </p:nvSpPr>
          <p:spPr>
            <a:xfrm rot="-5400000">
              <a:off x="13326145" y="-4070863"/>
              <a:ext cx="1541681" cy="9763978"/>
            </a:xfrm>
            <a:custGeom>
              <a:avLst/>
              <a:gdLst/>
              <a:ahLst/>
              <a:cxnLst/>
              <a:rect l="l" t="t" r="r" b="b"/>
              <a:pathLst>
                <a:path w="1541681" h="9763978">
                  <a:moveTo>
                    <a:pt x="0" y="0"/>
                  </a:moveTo>
                  <a:lnTo>
                    <a:pt x="1541680" y="0"/>
                  </a:lnTo>
                  <a:lnTo>
                    <a:pt x="1541680" y="9763978"/>
                  </a:lnTo>
                  <a:lnTo>
                    <a:pt x="0" y="9763978"/>
                  </a:lnTo>
                  <a:lnTo>
                    <a:pt x="0" y="0"/>
                  </a:lnTo>
                  <a:close/>
                </a:path>
              </a:pathLst>
            </a:custGeom>
            <a:blipFill>
              <a:blip>
                <a:alphaModFix amt="73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15" name="Freeform 15"/>
            <p:cNvSpPr/>
            <p:nvPr/>
          </p:nvSpPr>
          <p:spPr>
            <a:xfrm rot="-5400000">
              <a:off x="4111149" y="-4111149"/>
              <a:ext cx="1541681" cy="9763978"/>
            </a:xfrm>
            <a:custGeom>
              <a:avLst/>
              <a:gdLst/>
              <a:ahLst/>
              <a:cxnLst/>
              <a:rect l="l" t="t" r="r" b="b"/>
              <a:pathLst>
                <a:path w="1541681" h="9763978">
                  <a:moveTo>
                    <a:pt x="0" y="0"/>
                  </a:moveTo>
                  <a:lnTo>
                    <a:pt x="1541680" y="0"/>
                  </a:lnTo>
                  <a:lnTo>
                    <a:pt x="1541680" y="9763978"/>
                  </a:lnTo>
                  <a:lnTo>
                    <a:pt x="0" y="9763978"/>
                  </a:lnTo>
                  <a:lnTo>
                    <a:pt x="0" y="0"/>
                  </a:lnTo>
                  <a:close/>
                </a:path>
              </a:pathLst>
            </a:custGeom>
            <a:blipFill>
              <a:blip>
                <a:alphaModFix amt="73000"/>
                <a:extLst>
                  <a:ext uri="{96DAC541-7B7A-43D3-8B79-37D633B846F1}">
                    <asvg:svgBlip xmlns:asvg="http://schemas.microsoft.com/office/drawing/2016/SVG/main" r:embed="rId2"/>
                  </a:ext>
                </a:extLst>
              </a:blip>
              <a:stretch>
                <a:fillRect/>
              </a:stretch>
            </a:blipFill>
          </p:spPr>
          <p:txBody>
            <a:bodyPr/>
            <a:lstStyle/>
            <a:p>
              <a:endParaRPr lang="en-IN"/>
            </a:p>
          </p:txBody>
        </p:sp>
      </p:grpSp>
      <p:grpSp>
        <p:nvGrpSpPr>
          <p:cNvPr id="3" name="Group 3"/>
          <p:cNvGrpSpPr/>
          <p:nvPr/>
        </p:nvGrpSpPr>
        <p:grpSpPr>
          <a:xfrm>
            <a:off x="0" y="636149"/>
            <a:ext cx="7642123" cy="1410465"/>
            <a:chOff x="0" y="0"/>
            <a:chExt cx="3237439" cy="667677"/>
          </a:xfrm>
        </p:grpSpPr>
        <p:sp>
          <p:nvSpPr>
            <p:cNvPr id="4" name="Freeform 4"/>
            <p:cNvSpPr/>
            <p:nvPr/>
          </p:nvSpPr>
          <p:spPr>
            <a:xfrm>
              <a:off x="0" y="0"/>
              <a:ext cx="3237439" cy="667677"/>
            </a:xfrm>
            <a:custGeom>
              <a:avLst/>
              <a:gdLst/>
              <a:ahLst/>
              <a:cxnLst/>
              <a:rect l="l" t="t" r="r" b="b"/>
              <a:pathLst>
                <a:path w="3237439" h="667677">
                  <a:moveTo>
                    <a:pt x="0" y="0"/>
                  </a:moveTo>
                  <a:lnTo>
                    <a:pt x="3237439" y="0"/>
                  </a:lnTo>
                  <a:lnTo>
                    <a:pt x="3237439" y="667677"/>
                  </a:lnTo>
                  <a:lnTo>
                    <a:pt x="0" y="667677"/>
                  </a:lnTo>
                  <a:close/>
                </a:path>
              </a:pathLst>
            </a:custGeom>
            <a:solidFill>
              <a:srgbClr val="D10721"/>
            </a:solidFill>
          </p:spPr>
          <p:txBody>
            <a:bodyPr/>
            <a:lstStyle/>
            <a:p>
              <a:endParaRPr lang="en-IN"/>
            </a:p>
          </p:txBody>
        </p:sp>
        <p:sp>
          <p:nvSpPr>
            <p:cNvPr id="5" name="TextBox 5"/>
            <p:cNvSpPr txBox="1"/>
            <p:nvPr/>
          </p:nvSpPr>
          <p:spPr>
            <a:xfrm>
              <a:off x="0" y="-66675"/>
              <a:ext cx="3237439" cy="734352"/>
            </a:xfrm>
            <a:prstGeom prst="rect">
              <a:avLst/>
            </a:prstGeom>
          </p:spPr>
          <p:txBody>
            <a:bodyPr lIns="50800" tIns="50800" rIns="50800" bIns="50800" rtlCol="0" anchor="ctr"/>
            <a:lstStyle/>
            <a:p>
              <a:pPr algn="ctr">
                <a:lnSpc>
                  <a:spcPts val="3360"/>
                </a:lnSpc>
              </a:pPr>
              <a:endParaRPr/>
            </a:p>
          </p:txBody>
        </p:sp>
      </p:grpSp>
      <p:sp>
        <p:nvSpPr>
          <p:cNvPr id="23" name="TextBox 23"/>
          <p:cNvSpPr txBox="1"/>
          <p:nvPr/>
        </p:nvSpPr>
        <p:spPr>
          <a:xfrm>
            <a:off x="381000" y="833551"/>
            <a:ext cx="16337494" cy="1015663"/>
          </a:xfrm>
          <a:prstGeom prst="rect">
            <a:avLst/>
          </a:prstGeom>
        </p:spPr>
        <p:txBody>
          <a:bodyPr wrap="square" lIns="0" tIns="0" rIns="0" bIns="0" rtlCol="0" anchor="t">
            <a:spAutoFit/>
          </a:bodyPr>
          <a:lstStyle/>
          <a:p>
            <a:r>
              <a:rPr lang="en-US" sz="6600" b="1" dirty="0">
                <a:solidFill>
                  <a:srgbClr val="FFFFFF"/>
                </a:solidFill>
                <a:latin typeface="Calibri" pitchFamily="34" charset="0"/>
                <a:ea typeface="Calibri" pitchFamily="34" charset="-122"/>
                <a:cs typeface="Calibri" pitchFamily="34" charset="-120"/>
              </a:rPr>
              <a:t>Data Cleaning </a:t>
            </a:r>
            <a:endParaRPr lang="en-US" sz="6600" dirty="0"/>
          </a:p>
        </p:txBody>
      </p:sp>
      <p:sp>
        <p:nvSpPr>
          <p:cNvPr id="28" name="Text 3">
            <a:extLst>
              <a:ext uri="{FF2B5EF4-FFF2-40B4-BE49-F238E27FC236}">
                <a16:creationId xmlns:a16="http://schemas.microsoft.com/office/drawing/2014/main" id="{706085F7-4063-F66D-5694-0EBA9BE8F41C}"/>
              </a:ext>
            </a:extLst>
          </p:cNvPr>
          <p:cNvSpPr/>
          <p:nvPr/>
        </p:nvSpPr>
        <p:spPr>
          <a:xfrm>
            <a:off x="630738" y="2244016"/>
            <a:ext cx="4846320" cy="292608"/>
          </a:xfrm>
          <a:prstGeom prst="rect">
            <a:avLst/>
          </a:prstGeom>
          <a:noFill/>
          <a:ln/>
        </p:spPr>
        <p:txBody>
          <a:bodyPr wrap="square" rtlCol="0" anchor="ctr"/>
          <a:lstStyle/>
          <a:p>
            <a:pPr marL="0" indent="0">
              <a:buNone/>
            </a:pPr>
            <a:r>
              <a:rPr lang="en-US" sz="2000" b="1" dirty="0">
                <a:solidFill>
                  <a:srgbClr val="C00000"/>
                </a:solidFill>
                <a:latin typeface="Calibri" pitchFamily="34" charset="0"/>
                <a:ea typeface="Calibri" pitchFamily="34" charset="-122"/>
                <a:cs typeface="Calibri" pitchFamily="34" charset="-120"/>
              </a:rPr>
              <a:t>checking missing values</a:t>
            </a:r>
            <a:endParaRPr lang="en-US" sz="2000" dirty="0">
              <a:solidFill>
                <a:srgbClr val="C00000"/>
              </a:solidFill>
            </a:endParaRPr>
          </a:p>
        </p:txBody>
      </p:sp>
      <p:sp>
        <p:nvSpPr>
          <p:cNvPr id="30" name="Text 4">
            <a:extLst>
              <a:ext uri="{FF2B5EF4-FFF2-40B4-BE49-F238E27FC236}">
                <a16:creationId xmlns:a16="http://schemas.microsoft.com/office/drawing/2014/main" id="{B0B2A025-4279-137C-D186-1D9FC74ABB41}"/>
              </a:ext>
            </a:extLst>
          </p:cNvPr>
          <p:cNvSpPr/>
          <p:nvPr/>
        </p:nvSpPr>
        <p:spPr>
          <a:xfrm>
            <a:off x="630738" y="2559976"/>
            <a:ext cx="16337494" cy="3609619"/>
          </a:xfrm>
          <a:prstGeom prst="rect">
            <a:avLst/>
          </a:prstGeom>
          <a:noFill/>
          <a:ln/>
        </p:spPr>
        <p:txBody>
          <a:bodyPr wrap="square" rtlCol="0" anchor="t"/>
          <a:lstStyle/>
          <a:p>
            <a:pPr marL="0" indent="0">
              <a:lnSpc>
                <a:spcPct val="115000"/>
              </a:lnSpc>
              <a:buNone/>
            </a:pPr>
            <a:r>
              <a:rPr lang="en-US" sz="2800" dirty="0">
                <a:solidFill>
                  <a:schemeClr val="bg1"/>
                </a:solidFill>
                <a:latin typeface="Courier New" pitchFamily="34" charset="0"/>
                <a:ea typeface="Courier New" pitchFamily="34" charset="-122"/>
                <a:cs typeface="Courier New" pitchFamily="34" charset="-120"/>
              </a:rPr>
              <a:t>df.isnull().sum()</a:t>
            </a:r>
            <a:endParaRPr lang="en-US" sz="2800" dirty="0">
              <a:solidFill>
                <a:schemeClr val="bg1"/>
              </a:solidFill>
            </a:endParaRPr>
          </a:p>
          <a:p>
            <a:pPr marL="0" indent="0">
              <a:lnSpc>
                <a:spcPct val="115000"/>
              </a:lnSpc>
              <a:buNone/>
            </a:pPr>
            <a:r>
              <a:rPr lang="en-US" sz="1200" dirty="0">
                <a:solidFill>
                  <a:schemeClr val="bg1"/>
                </a:solidFill>
              </a:rPr>
              <a:t> </a:t>
            </a:r>
            <a:endParaRPr lang="en-US" sz="2800" dirty="0">
              <a:solidFill>
                <a:schemeClr val="bg1"/>
              </a:solidFill>
            </a:endParaRPr>
          </a:p>
          <a:p>
            <a:pPr marL="0" indent="0">
              <a:lnSpc>
                <a:spcPct val="115000"/>
              </a:lnSpc>
              <a:buNone/>
            </a:pPr>
            <a:r>
              <a:rPr lang="en-US" sz="2400" i="1" dirty="0">
                <a:solidFill>
                  <a:schemeClr val="bg1"/>
                </a:solidFill>
                <a:latin typeface="Courier New" pitchFamily="34" charset="0"/>
                <a:ea typeface="Courier New" pitchFamily="34" charset="-122"/>
                <a:cs typeface="Courier New" pitchFamily="34" charset="-120"/>
              </a:rPr>
              <a:t># for replacing null values with mean values</a:t>
            </a:r>
            <a:endParaRPr lang="en-US" sz="2800" dirty="0">
              <a:solidFill>
                <a:schemeClr val="bg1"/>
              </a:solidFill>
            </a:endParaRPr>
          </a:p>
          <a:p>
            <a:pPr marL="0" indent="0">
              <a:lnSpc>
                <a:spcPct val="115000"/>
              </a:lnSpc>
              <a:buNone/>
            </a:pPr>
            <a:r>
              <a:rPr lang="en-US" sz="2400" dirty="0">
                <a:solidFill>
                  <a:schemeClr val="bg1"/>
                </a:solidFill>
                <a:latin typeface="Courier New" pitchFamily="34" charset="0"/>
                <a:ea typeface="Courier New" pitchFamily="34" charset="-122"/>
                <a:cs typeface="Courier New" pitchFamily="34" charset="-120"/>
              </a:rPr>
              <a:t>num_cols = df.select_dtypes(include=np.number).columns</a:t>
            </a:r>
            <a:endParaRPr lang="en-US" sz="2800" dirty="0">
              <a:solidFill>
                <a:schemeClr val="bg1"/>
              </a:solidFill>
            </a:endParaRPr>
          </a:p>
          <a:p>
            <a:pPr marL="0" indent="0">
              <a:lnSpc>
                <a:spcPct val="115000"/>
              </a:lnSpc>
              <a:buNone/>
            </a:pPr>
            <a:r>
              <a:rPr lang="en-US" sz="2400" dirty="0">
                <a:solidFill>
                  <a:schemeClr val="bg1"/>
                </a:solidFill>
                <a:latin typeface="Courier New" pitchFamily="34" charset="0"/>
                <a:ea typeface="Courier New" pitchFamily="34" charset="-122"/>
                <a:cs typeface="Courier New" pitchFamily="34" charset="-120"/>
              </a:rPr>
              <a:t>for col in num_cols:</a:t>
            </a:r>
            <a:endParaRPr lang="en-US" sz="2800" dirty="0">
              <a:solidFill>
                <a:schemeClr val="bg1"/>
              </a:solidFill>
            </a:endParaRPr>
          </a:p>
          <a:p>
            <a:pPr marL="0" indent="0">
              <a:lnSpc>
                <a:spcPct val="115000"/>
              </a:lnSpc>
              <a:buNone/>
            </a:pPr>
            <a:r>
              <a:rPr lang="en-US" sz="2400" dirty="0">
                <a:solidFill>
                  <a:schemeClr val="bg1"/>
                </a:solidFill>
                <a:latin typeface="Courier New" pitchFamily="34" charset="0"/>
                <a:ea typeface="Courier New" pitchFamily="34" charset="-122"/>
                <a:cs typeface="Courier New" pitchFamily="34" charset="-120"/>
              </a:rPr>
              <a:t>    df[col].fillna(df[col].mean(), inplace=True)</a:t>
            </a:r>
            <a:endParaRPr lang="en-US" sz="2800" dirty="0">
              <a:solidFill>
                <a:schemeClr val="bg1"/>
              </a:solidFill>
            </a:endParaRPr>
          </a:p>
        </p:txBody>
      </p:sp>
      <p:pic>
        <p:nvPicPr>
          <p:cNvPr id="34" name="Picture 33">
            <a:extLst>
              <a:ext uri="{FF2B5EF4-FFF2-40B4-BE49-F238E27FC236}">
                <a16:creationId xmlns:a16="http://schemas.microsoft.com/office/drawing/2014/main" id="{59F11677-0597-0D0E-0F1F-D4E7C20DE3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000" y="5028574"/>
            <a:ext cx="13515448" cy="5000929"/>
          </a:xfrm>
          <a:prstGeom prst="rect">
            <a:avLst/>
          </a:prstGeom>
        </p:spPr>
      </p:pic>
    </p:spTree>
  </p:cSld>
  <p:clrMapOvr>
    <a:masterClrMapping/>
  </p:clrMapOvr>
  <p:transition>
    <p:push/>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80707"/>
        </a:solidFill>
        <a:effectLst/>
      </p:bgPr>
    </p:bg>
    <p:spTree>
      <p:nvGrpSpPr>
        <p:cNvPr id="1" name=""/>
        <p:cNvGrpSpPr/>
        <p:nvPr/>
      </p:nvGrpSpPr>
      <p:grpSpPr>
        <a:xfrm>
          <a:off x="0" y="0"/>
          <a:ext cx="0" cy="0"/>
          <a:chOff x="0" y="0"/>
          <a:chExt cx="0" cy="0"/>
        </a:xfrm>
      </p:grpSpPr>
      <p:grpSp>
        <p:nvGrpSpPr>
          <p:cNvPr id="30" name="Group 26">
            <a:extLst>
              <a:ext uri="{FF2B5EF4-FFF2-40B4-BE49-F238E27FC236}">
                <a16:creationId xmlns:a16="http://schemas.microsoft.com/office/drawing/2014/main" id="{9920D558-2F54-F9D9-97B8-7BE6D9907553}"/>
              </a:ext>
            </a:extLst>
          </p:cNvPr>
          <p:cNvGrpSpPr/>
          <p:nvPr/>
        </p:nvGrpSpPr>
        <p:grpSpPr>
          <a:xfrm>
            <a:off x="2099270" y="1340217"/>
            <a:ext cx="13750330" cy="1019792"/>
            <a:chOff x="0" y="0"/>
            <a:chExt cx="1224586" cy="268587"/>
          </a:xfrm>
        </p:grpSpPr>
        <p:sp>
          <p:nvSpPr>
            <p:cNvPr id="31" name="Freeform 27">
              <a:extLst>
                <a:ext uri="{FF2B5EF4-FFF2-40B4-BE49-F238E27FC236}">
                  <a16:creationId xmlns:a16="http://schemas.microsoft.com/office/drawing/2014/main" id="{6C920DC0-8978-E006-3EBB-7C73E7252274}"/>
                </a:ext>
              </a:extLst>
            </p:cNvPr>
            <p:cNvSpPr/>
            <p:nvPr/>
          </p:nvSpPr>
          <p:spPr>
            <a:xfrm>
              <a:off x="0" y="0"/>
              <a:ext cx="1224586" cy="268587"/>
            </a:xfrm>
            <a:custGeom>
              <a:avLst/>
              <a:gdLst/>
              <a:ahLst/>
              <a:cxnLst/>
              <a:rect l="l" t="t" r="r" b="b"/>
              <a:pathLst>
                <a:path w="1224586" h="268587">
                  <a:moveTo>
                    <a:pt x="0" y="0"/>
                  </a:moveTo>
                  <a:lnTo>
                    <a:pt x="1224586" y="0"/>
                  </a:lnTo>
                  <a:lnTo>
                    <a:pt x="1224586" y="268587"/>
                  </a:lnTo>
                  <a:lnTo>
                    <a:pt x="0" y="268587"/>
                  </a:lnTo>
                  <a:close/>
                </a:path>
              </a:pathLst>
            </a:custGeom>
            <a:solidFill>
              <a:srgbClr val="D10721"/>
            </a:solidFill>
          </p:spPr>
          <p:txBody>
            <a:bodyPr/>
            <a:lstStyle/>
            <a:p>
              <a:endParaRPr lang="en-IN" dirty="0"/>
            </a:p>
          </p:txBody>
        </p:sp>
        <p:sp>
          <p:nvSpPr>
            <p:cNvPr id="32" name="TextBox 28">
              <a:extLst>
                <a:ext uri="{FF2B5EF4-FFF2-40B4-BE49-F238E27FC236}">
                  <a16:creationId xmlns:a16="http://schemas.microsoft.com/office/drawing/2014/main" id="{E68C5FF9-DF2D-82F3-382F-5D8AAC53D0A9}"/>
                </a:ext>
              </a:extLst>
            </p:cNvPr>
            <p:cNvSpPr txBox="1"/>
            <p:nvPr/>
          </p:nvSpPr>
          <p:spPr>
            <a:xfrm>
              <a:off x="0" y="-66675"/>
              <a:ext cx="1224586" cy="335262"/>
            </a:xfrm>
            <a:prstGeom prst="rect">
              <a:avLst/>
            </a:prstGeom>
          </p:spPr>
          <p:txBody>
            <a:bodyPr lIns="50800" tIns="50800" rIns="50800" bIns="50800" rtlCol="0" anchor="ctr"/>
            <a:lstStyle/>
            <a:p>
              <a:pPr algn="ctr">
                <a:lnSpc>
                  <a:spcPts val="3360"/>
                </a:lnSpc>
              </a:pPr>
              <a:endParaRPr/>
            </a:p>
          </p:txBody>
        </p:sp>
      </p:grpSp>
      <p:grpSp>
        <p:nvGrpSpPr>
          <p:cNvPr id="2" name="Group 2"/>
          <p:cNvGrpSpPr/>
          <p:nvPr/>
        </p:nvGrpSpPr>
        <p:grpSpPr>
          <a:xfrm>
            <a:off x="34210" y="32901"/>
            <a:ext cx="14234230" cy="1186475"/>
            <a:chOff x="0" y="0"/>
            <a:chExt cx="18978974" cy="1581967"/>
          </a:xfrm>
        </p:grpSpPr>
        <p:sp>
          <p:nvSpPr>
            <p:cNvPr id="3" name="Freeform 3"/>
            <p:cNvSpPr/>
            <p:nvPr/>
          </p:nvSpPr>
          <p:spPr>
            <a:xfrm rot="-5400000">
              <a:off x="13326145" y="-4070863"/>
              <a:ext cx="1541681" cy="9763978"/>
            </a:xfrm>
            <a:custGeom>
              <a:avLst/>
              <a:gdLst/>
              <a:ahLst/>
              <a:cxnLst/>
              <a:rect l="l" t="t" r="r" b="b"/>
              <a:pathLst>
                <a:path w="1541681" h="9763978">
                  <a:moveTo>
                    <a:pt x="0" y="0"/>
                  </a:moveTo>
                  <a:lnTo>
                    <a:pt x="1541680" y="0"/>
                  </a:lnTo>
                  <a:lnTo>
                    <a:pt x="1541680" y="9763978"/>
                  </a:lnTo>
                  <a:lnTo>
                    <a:pt x="0" y="9763978"/>
                  </a:lnTo>
                  <a:lnTo>
                    <a:pt x="0" y="0"/>
                  </a:lnTo>
                  <a:close/>
                </a:path>
              </a:pathLst>
            </a:custGeom>
            <a:blipFill>
              <a:blip>
                <a:alphaModFix amt="73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rot="-5400000">
              <a:off x="4111149" y="-4111149"/>
              <a:ext cx="1541681" cy="9763978"/>
            </a:xfrm>
            <a:custGeom>
              <a:avLst/>
              <a:gdLst/>
              <a:ahLst/>
              <a:cxnLst/>
              <a:rect l="l" t="t" r="r" b="b"/>
              <a:pathLst>
                <a:path w="1541681" h="9763978">
                  <a:moveTo>
                    <a:pt x="0" y="0"/>
                  </a:moveTo>
                  <a:lnTo>
                    <a:pt x="1541680" y="0"/>
                  </a:lnTo>
                  <a:lnTo>
                    <a:pt x="1541680" y="9763978"/>
                  </a:lnTo>
                  <a:lnTo>
                    <a:pt x="0" y="9763978"/>
                  </a:lnTo>
                  <a:lnTo>
                    <a:pt x="0" y="0"/>
                  </a:lnTo>
                  <a:close/>
                </a:path>
              </a:pathLst>
            </a:custGeom>
            <a:blipFill>
              <a:blip>
                <a:alphaModFix amt="73000"/>
                <a:extLst>
                  <a:ext uri="{96DAC541-7B7A-43D3-8B79-37D633B846F1}">
                    <asvg:svgBlip xmlns:asvg="http://schemas.microsoft.com/office/drawing/2016/SVG/main" r:embed="rId2"/>
                  </a:ext>
                </a:extLst>
              </a:blip>
              <a:stretch>
                <a:fillRect/>
              </a:stretch>
            </a:blipFill>
          </p:spPr>
          <p:txBody>
            <a:bodyPr/>
            <a:lstStyle/>
            <a:p>
              <a:endParaRPr lang="en-IN"/>
            </a:p>
          </p:txBody>
        </p:sp>
      </p:grpSp>
      <p:grpSp>
        <p:nvGrpSpPr>
          <p:cNvPr id="5" name="Group 5"/>
          <p:cNvGrpSpPr/>
          <p:nvPr/>
        </p:nvGrpSpPr>
        <p:grpSpPr>
          <a:xfrm rot="-10800000">
            <a:off x="7040068" y="-7661"/>
            <a:ext cx="7356886" cy="1638939"/>
            <a:chOff x="0" y="0"/>
            <a:chExt cx="1088751" cy="242548"/>
          </a:xfrm>
        </p:grpSpPr>
        <p:sp>
          <p:nvSpPr>
            <p:cNvPr id="6" name="Freeform 6"/>
            <p:cNvSpPr/>
            <p:nvPr/>
          </p:nvSpPr>
          <p:spPr>
            <a:xfrm>
              <a:off x="0" y="0"/>
              <a:ext cx="1088751" cy="242548"/>
            </a:xfrm>
            <a:custGeom>
              <a:avLst/>
              <a:gdLst/>
              <a:ahLst/>
              <a:cxnLst/>
              <a:rect l="l" t="t" r="r" b="b"/>
              <a:pathLst>
                <a:path w="1088751" h="242548">
                  <a:moveTo>
                    <a:pt x="0" y="0"/>
                  </a:moveTo>
                  <a:lnTo>
                    <a:pt x="1088751" y="0"/>
                  </a:lnTo>
                  <a:lnTo>
                    <a:pt x="1088751" y="242548"/>
                  </a:lnTo>
                  <a:lnTo>
                    <a:pt x="0" y="242548"/>
                  </a:lnTo>
                  <a:close/>
                </a:path>
              </a:pathLst>
            </a:custGeom>
            <a:gradFill rotWithShape="1">
              <a:gsLst>
                <a:gs pos="0">
                  <a:srgbClr val="080707">
                    <a:alpha val="100000"/>
                  </a:srgbClr>
                </a:gs>
                <a:gs pos="50000">
                  <a:srgbClr val="080707">
                    <a:alpha val="47500"/>
                  </a:srgbClr>
                </a:gs>
                <a:gs pos="100000">
                  <a:srgbClr val="080707">
                    <a:alpha val="0"/>
                  </a:srgbClr>
                </a:gs>
              </a:gsLst>
              <a:lin ang="0"/>
            </a:gradFill>
          </p:spPr>
          <p:txBody>
            <a:bodyPr/>
            <a:lstStyle/>
            <a:p>
              <a:endParaRPr lang="en-IN"/>
            </a:p>
          </p:txBody>
        </p:sp>
        <p:sp>
          <p:nvSpPr>
            <p:cNvPr id="7" name="TextBox 7"/>
            <p:cNvSpPr txBox="1"/>
            <p:nvPr/>
          </p:nvSpPr>
          <p:spPr>
            <a:xfrm>
              <a:off x="0" y="-66675"/>
              <a:ext cx="1088751" cy="309223"/>
            </a:xfrm>
            <a:prstGeom prst="rect">
              <a:avLst/>
            </a:prstGeom>
          </p:spPr>
          <p:txBody>
            <a:bodyPr lIns="90407" tIns="90407" rIns="90407" bIns="90407" rtlCol="0" anchor="ctr"/>
            <a:lstStyle/>
            <a:p>
              <a:pPr algn="ctr">
                <a:lnSpc>
                  <a:spcPts val="3360"/>
                </a:lnSpc>
              </a:pPr>
              <a:endParaRPr/>
            </a:p>
          </p:txBody>
        </p:sp>
      </p:grpSp>
      <p:grpSp>
        <p:nvGrpSpPr>
          <p:cNvPr id="8" name="Group 8"/>
          <p:cNvGrpSpPr/>
          <p:nvPr/>
        </p:nvGrpSpPr>
        <p:grpSpPr>
          <a:xfrm rot="-10800000">
            <a:off x="4041480" y="9133709"/>
            <a:ext cx="14234230" cy="1186475"/>
            <a:chOff x="0" y="0"/>
            <a:chExt cx="18978974" cy="1581967"/>
          </a:xfrm>
        </p:grpSpPr>
        <p:sp>
          <p:nvSpPr>
            <p:cNvPr id="9" name="Freeform 9"/>
            <p:cNvSpPr/>
            <p:nvPr/>
          </p:nvSpPr>
          <p:spPr>
            <a:xfrm rot="-5400000">
              <a:off x="13326145" y="-4070863"/>
              <a:ext cx="1541681" cy="9763978"/>
            </a:xfrm>
            <a:custGeom>
              <a:avLst/>
              <a:gdLst/>
              <a:ahLst/>
              <a:cxnLst/>
              <a:rect l="l" t="t" r="r" b="b"/>
              <a:pathLst>
                <a:path w="1541681" h="9763978">
                  <a:moveTo>
                    <a:pt x="0" y="0"/>
                  </a:moveTo>
                  <a:lnTo>
                    <a:pt x="1541680" y="0"/>
                  </a:lnTo>
                  <a:lnTo>
                    <a:pt x="1541680" y="9763978"/>
                  </a:lnTo>
                  <a:lnTo>
                    <a:pt x="0" y="9763978"/>
                  </a:lnTo>
                  <a:lnTo>
                    <a:pt x="0" y="0"/>
                  </a:lnTo>
                  <a:close/>
                </a:path>
              </a:pathLst>
            </a:custGeom>
            <a:blipFill>
              <a:blip>
                <a:alphaModFix amt="73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10" name="Freeform 10"/>
            <p:cNvSpPr/>
            <p:nvPr/>
          </p:nvSpPr>
          <p:spPr>
            <a:xfrm rot="-5400000">
              <a:off x="4111149" y="-4111149"/>
              <a:ext cx="1541681" cy="9763978"/>
            </a:xfrm>
            <a:custGeom>
              <a:avLst/>
              <a:gdLst/>
              <a:ahLst/>
              <a:cxnLst/>
              <a:rect l="l" t="t" r="r" b="b"/>
              <a:pathLst>
                <a:path w="1541681" h="9763978">
                  <a:moveTo>
                    <a:pt x="0" y="0"/>
                  </a:moveTo>
                  <a:lnTo>
                    <a:pt x="1541680" y="0"/>
                  </a:lnTo>
                  <a:lnTo>
                    <a:pt x="1541680" y="9763978"/>
                  </a:lnTo>
                  <a:lnTo>
                    <a:pt x="0" y="9763978"/>
                  </a:lnTo>
                  <a:lnTo>
                    <a:pt x="0" y="0"/>
                  </a:lnTo>
                  <a:close/>
                </a:path>
              </a:pathLst>
            </a:custGeom>
            <a:blipFill>
              <a:blip>
                <a:alphaModFix amt="73000"/>
                <a:extLst>
                  <a:ext uri="{96DAC541-7B7A-43D3-8B79-37D633B846F1}">
                    <asvg:svgBlip xmlns:asvg="http://schemas.microsoft.com/office/drawing/2016/SVG/main" r:embed="rId2"/>
                  </a:ext>
                </a:extLst>
              </a:blip>
              <a:stretch>
                <a:fillRect/>
              </a:stretch>
            </a:blipFill>
          </p:spPr>
          <p:txBody>
            <a:bodyPr/>
            <a:lstStyle/>
            <a:p>
              <a:endParaRPr lang="en-IN"/>
            </a:p>
          </p:txBody>
        </p:sp>
      </p:grpSp>
      <p:sp>
        <p:nvSpPr>
          <p:cNvPr id="25" name="Freeform 25"/>
          <p:cNvSpPr/>
          <p:nvPr/>
        </p:nvSpPr>
        <p:spPr>
          <a:xfrm>
            <a:off x="1041382" y="1532360"/>
            <a:ext cx="762000" cy="762000"/>
          </a:xfrm>
          <a:custGeom>
            <a:avLst/>
            <a:gdLst/>
            <a:ahLst/>
            <a:cxnLst/>
            <a:rect l="l" t="t" r="r" b="b"/>
            <a:pathLst>
              <a:path w="762000" h="762000">
                <a:moveTo>
                  <a:pt x="0" y="0"/>
                </a:moveTo>
                <a:lnTo>
                  <a:pt x="762000" y="0"/>
                </a:lnTo>
                <a:lnTo>
                  <a:pt x="762000" y="762000"/>
                </a:lnTo>
                <a:lnTo>
                  <a:pt x="0" y="7620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26" name="TextBox 26"/>
          <p:cNvSpPr txBox="1"/>
          <p:nvPr/>
        </p:nvSpPr>
        <p:spPr>
          <a:xfrm>
            <a:off x="2222867" y="1295914"/>
            <a:ext cx="13503136" cy="948978"/>
          </a:xfrm>
          <a:prstGeom prst="rect">
            <a:avLst/>
          </a:prstGeom>
        </p:spPr>
        <p:txBody>
          <a:bodyPr wrap="square" lIns="0" tIns="0" rIns="0" bIns="0" rtlCol="0" anchor="t">
            <a:spAutoFit/>
          </a:bodyPr>
          <a:lstStyle/>
          <a:p>
            <a:pPr marL="0" lvl="0" indent="0" algn="l">
              <a:lnSpc>
                <a:spcPts val="7440"/>
              </a:lnSpc>
            </a:pPr>
            <a:r>
              <a:rPr lang="en-US" sz="6200" dirty="0">
                <a:solidFill>
                  <a:srgbClr val="FFEAEA"/>
                </a:solidFill>
                <a:latin typeface="Etna Sans Serif"/>
                <a:ea typeface="Etna Sans Serif"/>
                <a:cs typeface="Etna Sans Serif"/>
                <a:sym typeface="Etna Sans Serif"/>
              </a:rPr>
              <a:t>Machine Learning Algorithms Used-</a:t>
            </a:r>
          </a:p>
        </p:txBody>
      </p:sp>
      <p:pic>
        <p:nvPicPr>
          <p:cNvPr id="12" name="Picture 11">
            <a:extLst>
              <a:ext uri="{FF2B5EF4-FFF2-40B4-BE49-F238E27FC236}">
                <a16:creationId xmlns:a16="http://schemas.microsoft.com/office/drawing/2014/main" id="{08A609ED-DDDB-2395-8BC5-AF94DA742C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4694"/>
            <a:ext cx="18288000" cy="10217612"/>
          </a:xfrm>
          <a:prstGeom prst="rect">
            <a:avLst/>
          </a:prstGeom>
        </p:spPr>
      </p:pic>
    </p:spTree>
  </p:cSld>
  <p:clrMapOvr>
    <a:masterClrMapping/>
  </p:clrMapOvr>
  <p:transition>
    <p:push/>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0707"/>
        </a:solidFill>
        <a:effectLst/>
      </p:bgPr>
    </p:bg>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AD575D4D-CD9C-908C-4277-1C39EB9DC474}"/>
              </a:ext>
            </a:extLst>
          </p:cNvPr>
          <p:cNvPicPr>
            <a:picLocks noChangeAspect="1"/>
          </p:cNvPicPr>
          <p:nvPr/>
        </p:nvPicPr>
        <p:blipFill>
          <a:blip r:embed="rId2"/>
          <a:stretch>
            <a:fillRect/>
          </a:stretch>
        </p:blipFill>
        <p:spPr>
          <a:xfrm>
            <a:off x="0" y="1790699"/>
            <a:ext cx="8382000" cy="8529628"/>
          </a:xfrm>
          <a:prstGeom prst="rect">
            <a:avLst/>
          </a:prstGeom>
        </p:spPr>
      </p:pic>
      <p:grpSp>
        <p:nvGrpSpPr>
          <p:cNvPr id="44" name="Group 3">
            <a:extLst>
              <a:ext uri="{FF2B5EF4-FFF2-40B4-BE49-F238E27FC236}">
                <a16:creationId xmlns:a16="http://schemas.microsoft.com/office/drawing/2014/main" id="{B8A6B1A1-2D6D-C2DE-DFB6-40C9D8B55B3A}"/>
              </a:ext>
            </a:extLst>
          </p:cNvPr>
          <p:cNvGrpSpPr/>
          <p:nvPr/>
        </p:nvGrpSpPr>
        <p:grpSpPr>
          <a:xfrm>
            <a:off x="0" y="636149"/>
            <a:ext cx="8763000" cy="1154551"/>
            <a:chOff x="0" y="0"/>
            <a:chExt cx="3237439" cy="667677"/>
          </a:xfrm>
        </p:grpSpPr>
        <p:sp>
          <p:nvSpPr>
            <p:cNvPr id="45" name="Freeform 4">
              <a:extLst>
                <a:ext uri="{FF2B5EF4-FFF2-40B4-BE49-F238E27FC236}">
                  <a16:creationId xmlns:a16="http://schemas.microsoft.com/office/drawing/2014/main" id="{7142730A-A579-7207-B915-E2296C868DD0}"/>
                </a:ext>
              </a:extLst>
            </p:cNvPr>
            <p:cNvSpPr/>
            <p:nvPr/>
          </p:nvSpPr>
          <p:spPr>
            <a:xfrm>
              <a:off x="0" y="0"/>
              <a:ext cx="3237439" cy="667677"/>
            </a:xfrm>
            <a:custGeom>
              <a:avLst/>
              <a:gdLst/>
              <a:ahLst/>
              <a:cxnLst/>
              <a:rect l="l" t="t" r="r" b="b"/>
              <a:pathLst>
                <a:path w="3237439" h="667677">
                  <a:moveTo>
                    <a:pt x="0" y="0"/>
                  </a:moveTo>
                  <a:lnTo>
                    <a:pt x="3237439" y="0"/>
                  </a:lnTo>
                  <a:lnTo>
                    <a:pt x="3237439" y="667677"/>
                  </a:lnTo>
                  <a:lnTo>
                    <a:pt x="0" y="667677"/>
                  </a:lnTo>
                  <a:close/>
                </a:path>
              </a:pathLst>
            </a:custGeom>
            <a:solidFill>
              <a:srgbClr val="D10721"/>
            </a:solidFill>
          </p:spPr>
          <p:txBody>
            <a:bodyPr/>
            <a:lstStyle/>
            <a:p>
              <a:endParaRPr lang="en-IN"/>
            </a:p>
          </p:txBody>
        </p:sp>
        <p:sp>
          <p:nvSpPr>
            <p:cNvPr id="46" name="TextBox 5">
              <a:extLst>
                <a:ext uri="{FF2B5EF4-FFF2-40B4-BE49-F238E27FC236}">
                  <a16:creationId xmlns:a16="http://schemas.microsoft.com/office/drawing/2014/main" id="{F305AA20-431B-F427-8D7B-5D94C346FD85}"/>
                </a:ext>
              </a:extLst>
            </p:cNvPr>
            <p:cNvSpPr txBox="1"/>
            <p:nvPr/>
          </p:nvSpPr>
          <p:spPr>
            <a:xfrm>
              <a:off x="0" y="-66675"/>
              <a:ext cx="3237439" cy="734352"/>
            </a:xfrm>
            <a:prstGeom prst="rect">
              <a:avLst/>
            </a:prstGeom>
          </p:spPr>
          <p:txBody>
            <a:bodyPr lIns="50800" tIns="50800" rIns="50800" bIns="50800" rtlCol="0" anchor="ctr"/>
            <a:lstStyle/>
            <a:p>
              <a:pPr algn="ctr">
                <a:lnSpc>
                  <a:spcPts val="3360"/>
                </a:lnSpc>
              </a:pPr>
              <a:endParaRPr/>
            </a:p>
          </p:txBody>
        </p:sp>
      </p:grpSp>
      <p:sp>
        <p:nvSpPr>
          <p:cNvPr id="48" name="TextBox 47">
            <a:extLst>
              <a:ext uri="{FF2B5EF4-FFF2-40B4-BE49-F238E27FC236}">
                <a16:creationId xmlns:a16="http://schemas.microsoft.com/office/drawing/2014/main" id="{CB25EA95-8F70-24E7-3583-466E70A6DBEA}"/>
              </a:ext>
            </a:extLst>
          </p:cNvPr>
          <p:cNvSpPr txBox="1"/>
          <p:nvPr/>
        </p:nvSpPr>
        <p:spPr>
          <a:xfrm>
            <a:off x="381002" y="859481"/>
            <a:ext cx="9144000" cy="707886"/>
          </a:xfrm>
          <a:prstGeom prst="rect">
            <a:avLst/>
          </a:prstGeom>
          <a:noFill/>
        </p:spPr>
        <p:txBody>
          <a:bodyPr wrap="square">
            <a:spAutoFit/>
          </a:bodyPr>
          <a:lstStyle/>
          <a:p>
            <a:r>
              <a:rPr lang="en-IN" sz="4000" b="1" dirty="0">
                <a:solidFill>
                  <a:schemeClr val="bg1"/>
                </a:solidFill>
              </a:rPr>
              <a:t>Saving the Trained Model</a:t>
            </a:r>
          </a:p>
        </p:txBody>
      </p:sp>
      <p:sp>
        <p:nvSpPr>
          <p:cNvPr id="49" name="TextBox 48">
            <a:extLst>
              <a:ext uri="{FF2B5EF4-FFF2-40B4-BE49-F238E27FC236}">
                <a16:creationId xmlns:a16="http://schemas.microsoft.com/office/drawing/2014/main" id="{37762B7A-FCD6-724D-D020-5F3228225609}"/>
              </a:ext>
            </a:extLst>
          </p:cNvPr>
          <p:cNvSpPr txBox="1"/>
          <p:nvPr/>
        </p:nvSpPr>
        <p:spPr>
          <a:xfrm>
            <a:off x="8382000" y="3162300"/>
            <a:ext cx="9677400" cy="3046988"/>
          </a:xfrm>
          <a:prstGeom prst="rect">
            <a:avLst/>
          </a:prstGeom>
          <a:noFill/>
        </p:spPr>
        <p:txBody>
          <a:bodyPr wrap="square" rtlCol="0">
            <a:spAutoFit/>
          </a:bodyPr>
          <a:lstStyle/>
          <a:p>
            <a:r>
              <a:rPr lang="en-IN" sz="2400" b="1" dirty="0">
                <a:solidFill>
                  <a:schemeClr val="bg1"/>
                </a:solidFill>
              </a:rPr>
              <a:t>Result</a:t>
            </a:r>
            <a:endParaRPr lang="en-IN" sz="2400" dirty="0">
              <a:solidFill>
                <a:schemeClr val="bg1"/>
              </a:solidFill>
            </a:endParaRPr>
          </a:p>
          <a:p>
            <a:pPr marL="342900" lvl="0" indent="-342900">
              <a:buFont typeface="Wingdings" panose="05000000000000000000" pitchFamily="2" charset="2"/>
              <a:buChar char="q"/>
            </a:pPr>
            <a:r>
              <a:rPr lang="en-IN" sz="2400" dirty="0">
                <a:solidFill>
                  <a:schemeClr val="bg1"/>
                </a:solidFill>
              </a:rPr>
              <a:t>Saved as car_price_model.pkl (binary write mode, "web").</a:t>
            </a:r>
          </a:p>
          <a:p>
            <a:pPr marL="342900" lvl="0" indent="-342900">
              <a:buFont typeface="Wingdings" panose="05000000000000000000" pitchFamily="2" charset="2"/>
              <a:buChar char="q"/>
            </a:pPr>
            <a:endParaRPr lang="en-IN" sz="2400" dirty="0">
              <a:solidFill>
                <a:schemeClr val="bg1"/>
              </a:solidFill>
            </a:endParaRPr>
          </a:p>
          <a:p>
            <a:pPr marL="342900" lvl="0" indent="-342900">
              <a:buFont typeface="Wingdings" panose="05000000000000000000" pitchFamily="2" charset="2"/>
              <a:buChar char="q"/>
            </a:pPr>
            <a:r>
              <a:rPr lang="en-IN" sz="2400" dirty="0">
                <a:solidFill>
                  <a:schemeClr val="bg1"/>
                </a:solidFill>
              </a:rPr>
              <a:t>It help when we deploy the model in render. The pkl file help to run the model</a:t>
            </a:r>
          </a:p>
          <a:p>
            <a:pPr lvl="0"/>
            <a:endParaRPr lang="en-IN" sz="2400" dirty="0">
              <a:solidFill>
                <a:schemeClr val="bg1"/>
              </a:solidFill>
            </a:endParaRPr>
          </a:p>
          <a:p>
            <a:pPr marL="342900" lvl="0" indent="-342900">
              <a:buFont typeface="Wingdings" panose="05000000000000000000" pitchFamily="2" charset="2"/>
              <a:buChar char="q"/>
            </a:pPr>
            <a:r>
              <a:rPr lang="en-IN" sz="2400" dirty="0">
                <a:solidFill>
                  <a:schemeClr val="bg1"/>
                </a:solidFill>
              </a:rPr>
              <a:t>Loaded once by app.py, with no retraining needed</a:t>
            </a:r>
          </a:p>
          <a:p>
            <a:endParaRPr lang="en-IN" sz="2400" dirty="0">
              <a:solidFill>
                <a:schemeClr val="bg1"/>
              </a:solidFill>
            </a:endParaRPr>
          </a:p>
        </p:txBody>
      </p:sp>
    </p:spTree>
  </p:cSld>
  <p:clrMapOvr>
    <a:masterClrMapping/>
  </p:clrMapOvr>
  <p:transition>
    <p:push/>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80707"/>
        </a:solidFill>
        <a:effectLst/>
      </p:bgPr>
    </p:bg>
    <p:spTree>
      <p:nvGrpSpPr>
        <p:cNvPr id="1" name=""/>
        <p:cNvGrpSpPr/>
        <p:nvPr/>
      </p:nvGrpSpPr>
      <p:grpSpPr>
        <a:xfrm>
          <a:off x="0" y="0"/>
          <a:ext cx="0" cy="0"/>
          <a:chOff x="0" y="0"/>
          <a:chExt cx="0" cy="0"/>
        </a:xfrm>
      </p:grpSpPr>
      <p:grpSp>
        <p:nvGrpSpPr>
          <p:cNvPr id="2" name="Group 2"/>
          <p:cNvGrpSpPr/>
          <p:nvPr/>
        </p:nvGrpSpPr>
        <p:grpSpPr>
          <a:xfrm>
            <a:off x="7788" y="-8789"/>
            <a:ext cx="14234230" cy="1186475"/>
            <a:chOff x="0" y="0"/>
            <a:chExt cx="18978974" cy="1581967"/>
          </a:xfrm>
        </p:grpSpPr>
        <p:sp>
          <p:nvSpPr>
            <p:cNvPr id="3" name="Freeform 3"/>
            <p:cNvSpPr/>
            <p:nvPr/>
          </p:nvSpPr>
          <p:spPr>
            <a:xfrm rot="-5400000">
              <a:off x="13326145" y="-4070863"/>
              <a:ext cx="1541681" cy="9763978"/>
            </a:xfrm>
            <a:custGeom>
              <a:avLst/>
              <a:gdLst/>
              <a:ahLst/>
              <a:cxnLst/>
              <a:rect l="l" t="t" r="r" b="b"/>
              <a:pathLst>
                <a:path w="1541681" h="9763978">
                  <a:moveTo>
                    <a:pt x="0" y="0"/>
                  </a:moveTo>
                  <a:lnTo>
                    <a:pt x="1541680" y="0"/>
                  </a:lnTo>
                  <a:lnTo>
                    <a:pt x="1541680" y="9763978"/>
                  </a:lnTo>
                  <a:lnTo>
                    <a:pt x="0" y="9763978"/>
                  </a:lnTo>
                  <a:lnTo>
                    <a:pt x="0" y="0"/>
                  </a:lnTo>
                  <a:close/>
                </a:path>
              </a:pathLst>
            </a:custGeom>
            <a:blipFill>
              <a:blip>
                <a:alphaModFix amt="73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rot="-5400000">
              <a:off x="4111149" y="-4111149"/>
              <a:ext cx="1541681" cy="9763978"/>
            </a:xfrm>
            <a:custGeom>
              <a:avLst/>
              <a:gdLst/>
              <a:ahLst/>
              <a:cxnLst/>
              <a:rect l="l" t="t" r="r" b="b"/>
              <a:pathLst>
                <a:path w="1541681" h="9763978">
                  <a:moveTo>
                    <a:pt x="0" y="0"/>
                  </a:moveTo>
                  <a:lnTo>
                    <a:pt x="1541680" y="0"/>
                  </a:lnTo>
                  <a:lnTo>
                    <a:pt x="1541680" y="9763978"/>
                  </a:lnTo>
                  <a:lnTo>
                    <a:pt x="0" y="9763978"/>
                  </a:lnTo>
                  <a:lnTo>
                    <a:pt x="0" y="0"/>
                  </a:lnTo>
                  <a:close/>
                </a:path>
              </a:pathLst>
            </a:custGeom>
            <a:blipFill>
              <a:blip>
                <a:alphaModFix amt="73000"/>
                <a:extLst>
                  <a:ext uri="{96DAC541-7B7A-43D3-8B79-37D633B846F1}">
                    <asvg:svgBlip xmlns:asvg="http://schemas.microsoft.com/office/drawing/2016/SVG/main" r:embed="rId2"/>
                  </a:ext>
                </a:extLst>
              </a:blip>
              <a:stretch>
                <a:fillRect/>
              </a:stretch>
            </a:blipFill>
          </p:spPr>
          <p:txBody>
            <a:bodyPr/>
            <a:lstStyle/>
            <a:p>
              <a:endParaRPr lang="en-IN"/>
            </a:p>
          </p:txBody>
        </p:sp>
      </p:grpSp>
      <p:grpSp>
        <p:nvGrpSpPr>
          <p:cNvPr id="5" name="Group 5"/>
          <p:cNvGrpSpPr/>
          <p:nvPr/>
        </p:nvGrpSpPr>
        <p:grpSpPr>
          <a:xfrm rot="-10800000">
            <a:off x="6901722" y="-746239"/>
            <a:ext cx="7356886" cy="1638939"/>
            <a:chOff x="0" y="0"/>
            <a:chExt cx="1088751" cy="242548"/>
          </a:xfrm>
        </p:grpSpPr>
        <p:sp>
          <p:nvSpPr>
            <p:cNvPr id="6" name="Freeform 6"/>
            <p:cNvSpPr/>
            <p:nvPr/>
          </p:nvSpPr>
          <p:spPr>
            <a:xfrm>
              <a:off x="0" y="0"/>
              <a:ext cx="1088751" cy="242548"/>
            </a:xfrm>
            <a:custGeom>
              <a:avLst/>
              <a:gdLst/>
              <a:ahLst/>
              <a:cxnLst/>
              <a:rect l="l" t="t" r="r" b="b"/>
              <a:pathLst>
                <a:path w="1088751" h="242548">
                  <a:moveTo>
                    <a:pt x="0" y="0"/>
                  </a:moveTo>
                  <a:lnTo>
                    <a:pt x="1088751" y="0"/>
                  </a:lnTo>
                  <a:lnTo>
                    <a:pt x="1088751" y="242548"/>
                  </a:lnTo>
                  <a:lnTo>
                    <a:pt x="0" y="242548"/>
                  </a:lnTo>
                  <a:close/>
                </a:path>
              </a:pathLst>
            </a:custGeom>
            <a:gradFill rotWithShape="1">
              <a:gsLst>
                <a:gs pos="0">
                  <a:srgbClr val="080707">
                    <a:alpha val="100000"/>
                  </a:srgbClr>
                </a:gs>
                <a:gs pos="50000">
                  <a:srgbClr val="080707">
                    <a:alpha val="47500"/>
                  </a:srgbClr>
                </a:gs>
                <a:gs pos="100000">
                  <a:srgbClr val="080707">
                    <a:alpha val="0"/>
                  </a:srgbClr>
                </a:gs>
              </a:gsLst>
              <a:lin ang="0"/>
            </a:gradFill>
          </p:spPr>
          <p:txBody>
            <a:bodyPr/>
            <a:lstStyle/>
            <a:p>
              <a:endParaRPr lang="en-IN"/>
            </a:p>
          </p:txBody>
        </p:sp>
        <p:sp>
          <p:nvSpPr>
            <p:cNvPr id="7" name="TextBox 7"/>
            <p:cNvSpPr txBox="1"/>
            <p:nvPr/>
          </p:nvSpPr>
          <p:spPr>
            <a:xfrm>
              <a:off x="0" y="-66675"/>
              <a:ext cx="1088751" cy="309223"/>
            </a:xfrm>
            <a:prstGeom prst="rect">
              <a:avLst/>
            </a:prstGeom>
          </p:spPr>
          <p:txBody>
            <a:bodyPr lIns="90407" tIns="90407" rIns="90407" bIns="90407" rtlCol="0" anchor="ctr"/>
            <a:lstStyle/>
            <a:p>
              <a:pPr algn="ctr">
                <a:lnSpc>
                  <a:spcPts val="3360"/>
                </a:lnSpc>
              </a:pPr>
              <a:endParaRPr/>
            </a:p>
          </p:txBody>
        </p:sp>
      </p:grpSp>
      <p:grpSp>
        <p:nvGrpSpPr>
          <p:cNvPr id="8" name="Group 8"/>
          <p:cNvGrpSpPr/>
          <p:nvPr/>
        </p:nvGrpSpPr>
        <p:grpSpPr>
          <a:xfrm rot="-10800000">
            <a:off x="4019867" y="5565632"/>
            <a:ext cx="17315272" cy="8151677"/>
            <a:chOff x="0" y="0"/>
            <a:chExt cx="23087029" cy="10868903"/>
          </a:xfrm>
        </p:grpSpPr>
        <p:sp>
          <p:nvSpPr>
            <p:cNvPr id="9" name="Freeform 9"/>
            <p:cNvSpPr/>
            <p:nvPr/>
          </p:nvSpPr>
          <p:spPr>
            <a:xfrm rot="-5400000">
              <a:off x="17388996" y="-218378"/>
              <a:ext cx="1541681" cy="9763978"/>
            </a:xfrm>
            <a:custGeom>
              <a:avLst/>
              <a:gdLst/>
              <a:ahLst/>
              <a:cxnLst/>
              <a:rect l="l" t="t" r="r" b="b"/>
              <a:pathLst>
                <a:path w="1541681" h="9763978">
                  <a:moveTo>
                    <a:pt x="0" y="0"/>
                  </a:moveTo>
                  <a:lnTo>
                    <a:pt x="1541681" y="0"/>
                  </a:lnTo>
                  <a:lnTo>
                    <a:pt x="1541681" y="9763978"/>
                  </a:lnTo>
                  <a:lnTo>
                    <a:pt x="0" y="9763978"/>
                  </a:lnTo>
                  <a:lnTo>
                    <a:pt x="0" y="0"/>
                  </a:lnTo>
                  <a:close/>
                </a:path>
              </a:pathLst>
            </a:custGeom>
            <a:blipFill>
              <a:blip>
                <a:alphaModFix amt="73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10" name="Freeform 10"/>
            <p:cNvSpPr/>
            <p:nvPr/>
          </p:nvSpPr>
          <p:spPr>
            <a:xfrm rot="-5400000">
              <a:off x="8174000" y="-258664"/>
              <a:ext cx="1541681" cy="9763978"/>
            </a:xfrm>
            <a:custGeom>
              <a:avLst/>
              <a:gdLst/>
              <a:ahLst/>
              <a:cxnLst/>
              <a:rect l="l" t="t" r="r" b="b"/>
              <a:pathLst>
                <a:path w="1541681" h="9763978">
                  <a:moveTo>
                    <a:pt x="0" y="0"/>
                  </a:moveTo>
                  <a:lnTo>
                    <a:pt x="1541681" y="0"/>
                  </a:lnTo>
                  <a:lnTo>
                    <a:pt x="1541681" y="9763978"/>
                  </a:lnTo>
                  <a:lnTo>
                    <a:pt x="0" y="9763978"/>
                  </a:lnTo>
                  <a:lnTo>
                    <a:pt x="0" y="0"/>
                  </a:lnTo>
                  <a:close/>
                </a:path>
              </a:pathLst>
            </a:custGeom>
            <a:blipFill>
              <a:blip>
                <a:alphaModFix amt="73000"/>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1" name="Group 11"/>
            <p:cNvGrpSpPr/>
            <p:nvPr/>
          </p:nvGrpSpPr>
          <p:grpSpPr>
            <a:xfrm rot="-10800000">
              <a:off x="13277847" y="3589914"/>
              <a:ext cx="9809181" cy="2185252"/>
              <a:chOff x="0" y="0"/>
              <a:chExt cx="1088751" cy="242548"/>
            </a:xfrm>
          </p:grpSpPr>
          <p:sp>
            <p:nvSpPr>
              <p:cNvPr id="12" name="Freeform 12"/>
              <p:cNvSpPr/>
              <p:nvPr/>
            </p:nvSpPr>
            <p:spPr>
              <a:xfrm>
                <a:off x="0" y="0"/>
                <a:ext cx="1088751" cy="242548"/>
              </a:xfrm>
              <a:custGeom>
                <a:avLst/>
                <a:gdLst/>
                <a:ahLst/>
                <a:cxnLst/>
                <a:rect l="l" t="t" r="r" b="b"/>
                <a:pathLst>
                  <a:path w="1088751" h="242548">
                    <a:moveTo>
                      <a:pt x="0" y="0"/>
                    </a:moveTo>
                    <a:lnTo>
                      <a:pt x="1088751" y="0"/>
                    </a:lnTo>
                    <a:lnTo>
                      <a:pt x="1088751" y="242548"/>
                    </a:lnTo>
                    <a:lnTo>
                      <a:pt x="0" y="242548"/>
                    </a:lnTo>
                    <a:close/>
                  </a:path>
                </a:pathLst>
              </a:custGeom>
              <a:gradFill rotWithShape="1">
                <a:gsLst>
                  <a:gs pos="0">
                    <a:srgbClr val="080707">
                      <a:alpha val="73000"/>
                    </a:srgbClr>
                  </a:gs>
                  <a:gs pos="50000">
                    <a:srgbClr val="080707">
                      <a:alpha val="34675"/>
                    </a:srgbClr>
                  </a:gs>
                  <a:gs pos="100000">
                    <a:srgbClr val="080707">
                      <a:alpha val="0"/>
                    </a:srgbClr>
                  </a:gs>
                </a:gsLst>
                <a:lin ang="0"/>
              </a:gradFill>
            </p:spPr>
            <p:txBody>
              <a:bodyPr/>
              <a:lstStyle/>
              <a:p>
                <a:endParaRPr lang="en-IN"/>
              </a:p>
            </p:txBody>
          </p:sp>
          <p:sp>
            <p:nvSpPr>
              <p:cNvPr id="13" name="TextBox 13"/>
              <p:cNvSpPr txBox="1"/>
              <p:nvPr/>
            </p:nvSpPr>
            <p:spPr>
              <a:xfrm>
                <a:off x="0" y="-66675"/>
                <a:ext cx="1088751" cy="309223"/>
              </a:xfrm>
              <a:prstGeom prst="rect">
                <a:avLst/>
              </a:prstGeom>
            </p:spPr>
            <p:txBody>
              <a:bodyPr lIns="90407" tIns="90407" rIns="90407" bIns="90407" rtlCol="0" anchor="ctr"/>
              <a:lstStyle/>
              <a:p>
                <a:pPr algn="ctr">
                  <a:lnSpc>
                    <a:spcPts val="3360"/>
                  </a:lnSpc>
                </a:pPr>
                <a:endParaRPr/>
              </a:p>
            </p:txBody>
          </p:sp>
        </p:grpSp>
        <p:grpSp>
          <p:nvGrpSpPr>
            <p:cNvPr id="14" name="Group 14"/>
            <p:cNvGrpSpPr/>
            <p:nvPr/>
          </p:nvGrpSpPr>
          <p:grpSpPr>
            <a:xfrm rot="-5400000">
              <a:off x="0" y="0"/>
              <a:ext cx="10868903" cy="1086890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D10721">
                      <a:alpha val="69350"/>
                    </a:srgbClr>
                  </a:gs>
                  <a:gs pos="50000">
                    <a:srgbClr val="D00721">
                      <a:alpha val="2427"/>
                    </a:srgbClr>
                  </a:gs>
                  <a:gs pos="100000">
                    <a:srgbClr val="D00721">
                      <a:alpha val="0"/>
                    </a:srgbClr>
                  </a:gs>
                </a:gsLst>
                <a:path path="circle">
                  <a:fillToRect l="50000" t="50000" r="50000" b="50000"/>
                </a:path>
              </a:gradFill>
            </p:spPr>
            <p:txBody>
              <a:bodyPr/>
              <a:lstStyle/>
              <a:p>
                <a:endParaRPr lang="en-IN"/>
              </a:p>
            </p:txBody>
          </p:sp>
          <p:sp>
            <p:nvSpPr>
              <p:cNvPr id="16" name="TextBox 16"/>
              <p:cNvSpPr txBox="1"/>
              <p:nvPr/>
            </p:nvSpPr>
            <p:spPr>
              <a:xfrm>
                <a:off x="76200" y="9525"/>
                <a:ext cx="660400" cy="727075"/>
              </a:xfrm>
              <a:prstGeom prst="rect">
                <a:avLst/>
              </a:prstGeom>
            </p:spPr>
            <p:txBody>
              <a:bodyPr lIns="50800" tIns="50800" rIns="50800" bIns="50800" rtlCol="0" anchor="ctr"/>
              <a:lstStyle/>
              <a:p>
                <a:pPr algn="ctr">
                  <a:lnSpc>
                    <a:spcPts val="3360"/>
                  </a:lnSpc>
                </a:pPr>
                <a:endParaRPr/>
              </a:p>
            </p:txBody>
          </p:sp>
        </p:grpSp>
      </p:grpSp>
      <p:grpSp>
        <p:nvGrpSpPr>
          <p:cNvPr id="20" name="Group 20"/>
          <p:cNvGrpSpPr/>
          <p:nvPr/>
        </p:nvGrpSpPr>
        <p:grpSpPr>
          <a:xfrm>
            <a:off x="8358788" y="73230"/>
            <a:ext cx="10031360" cy="10457176"/>
            <a:chOff x="0" y="0"/>
            <a:chExt cx="13375147" cy="13942901"/>
          </a:xfrm>
        </p:grpSpPr>
        <p:sp>
          <p:nvSpPr>
            <p:cNvPr id="21" name="Freeform 21"/>
            <p:cNvSpPr/>
            <p:nvPr/>
          </p:nvSpPr>
          <p:spPr>
            <a:xfrm flipH="1">
              <a:off x="0" y="0"/>
              <a:ext cx="13375147" cy="13942901"/>
            </a:xfrm>
            <a:custGeom>
              <a:avLst/>
              <a:gdLst/>
              <a:ahLst/>
              <a:cxnLst/>
              <a:rect l="l" t="t" r="r" b="b"/>
              <a:pathLst>
                <a:path w="13375147" h="13942901">
                  <a:moveTo>
                    <a:pt x="13375147" y="0"/>
                  </a:moveTo>
                  <a:lnTo>
                    <a:pt x="0" y="0"/>
                  </a:lnTo>
                  <a:lnTo>
                    <a:pt x="0" y="13942901"/>
                  </a:lnTo>
                  <a:lnTo>
                    <a:pt x="13375147" y="13942901"/>
                  </a:lnTo>
                  <a:lnTo>
                    <a:pt x="13375147" y="0"/>
                  </a:lnTo>
                  <a:close/>
                </a:path>
              </a:pathLst>
            </a:custGeom>
            <a:blipFill>
              <a:blip r:embed="rId3"/>
              <a:stretch>
                <a:fillRect l="-1796" r="-1796"/>
              </a:stretch>
            </a:blipFill>
          </p:spPr>
          <p:txBody>
            <a:bodyPr/>
            <a:lstStyle/>
            <a:p>
              <a:endParaRPr lang="en-IN"/>
            </a:p>
          </p:txBody>
        </p:sp>
        <p:grpSp>
          <p:nvGrpSpPr>
            <p:cNvPr id="22" name="Group 22"/>
            <p:cNvGrpSpPr/>
            <p:nvPr/>
          </p:nvGrpSpPr>
          <p:grpSpPr>
            <a:xfrm rot="5400000">
              <a:off x="6002273" y="-3040437"/>
              <a:ext cx="4196239" cy="10277113"/>
              <a:chOff x="0" y="0"/>
              <a:chExt cx="465753" cy="1140688"/>
            </a:xfrm>
          </p:grpSpPr>
          <p:sp>
            <p:nvSpPr>
              <p:cNvPr id="23" name="Freeform 23"/>
              <p:cNvSpPr/>
              <p:nvPr/>
            </p:nvSpPr>
            <p:spPr>
              <a:xfrm>
                <a:off x="0" y="0"/>
                <a:ext cx="465753" cy="1140688"/>
              </a:xfrm>
              <a:custGeom>
                <a:avLst/>
                <a:gdLst/>
                <a:ahLst/>
                <a:cxnLst/>
                <a:rect l="l" t="t" r="r" b="b"/>
                <a:pathLst>
                  <a:path w="465753" h="1140688">
                    <a:moveTo>
                      <a:pt x="0" y="0"/>
                    </a:moveTo>
                    <a:lnTo>
                      <a:pt x="465753" y="0"/>
                    </a:lnTo>
                    <a:lnTo>
                      <a:pt x="465753" y="1140688"/>
                    </a:lnTo>
                    <a:lnTo>
                      <a:pt x="0" y="1140688"/>
                    </a:lnTo>
                    <a:close/>
                  </a:path>
                </a:pathLst>
              </a:custGeom>
              <a:gradFill rotWithShape="1">
                <a:gsLst>
                  <a:gs pos="0">
                    <a:srgbClr val="080707">
                      <a:alpha val="100000"/>
                    </a:srgbClr>
                  </a:gs>
                  <a:gs pos="50000">
                    <a:srgbClr val="080707">
                      <a:alpha val="58000"/>
                    </a:srgbClr>
                  </a:gs>
                  <a:gs pos="100000">
                    <a:srgbClr val="080707">
                      <a:alpha val="0"/>
                    </a:srgbClr>
                  </a:gs>
                </a:gsLst>
                <a:lin ang="0"/>
              </a:gradFill>
            </p:spPr>
            <p:txBody>
              <a:bodyPr/>
              <a:lstStyle/>
              <a:p>
                <a:endParaRPr lang="en-IN"/>
              </a:p>
            </p:txBody>
          </p:sp>
          <p:sp>
            <p:nvSpPr>
              <p:cNvPr id="24" name="TextBox 24"/>
              <p:cNvSpPr txBox="1"/>
              <p:nvPr/>
            </p:nvSpPr>
            <p:spPr>
              <a:xfrm>
                <a:off x="0" y="-66675"/>
                <a:ext cx="465753" cy="1207363"/>
              </a:xfrm>
              <a:prstGeom prst="rect">
                <a:avLst/>
              </a:prstGeom>
            </p:spPr>
            <p:txBody>
              <a:bodyPr lIns="90407" tIns="90407" rIns="90407" bIns="90407" rtlCol="0" anchor="ctr"/>
              <a:lstStyle/>
              <a:p>
                <a:pPr algn="ctr">
                  <a:lnSpc>
                    <a:spcPts val="3360"/>
                  </a:lnSpc>
                </a:pPr>
                <a:endParaRPr/>
              </a:p>
            </p:txBody>
          </p:sp>
        </p:grpSp>
      </p:grpSp>
      <p:grpSp>
        <p:nvGrpSpPr>
          <p:cNvPr id="25" name="Group 25"/>
          <p:cNvGrpSpPr/>
          <p:nvPr/>
        </p:nvGrpSpPr>
        <p:grpSpPr>
          <a:xfrm>
            <a:off x="12307524" y="2325459"/>
            <a:ext cx="758308" cy="1152125"/>
            <a:chOff x="0" y="0"/>
            <a:chExt cx="1011077" cy="1536167"/>
          </a:xfrm>
        </p:grpSpPr>
        <p:sp>
          <p:nvSpPr>
            <p:cNvPr id="26" name="Freeform 26"/>
            <p:cNvSpPr/>
            <p:nvPr/>
          </p:nvSpPr>
          <p:spPr>
            <a:xfrm>
              <a:off x="0" y="0"/>
              <a:ext cx="1011077" cy="1536167"/>
            </a:xfrm>
            <a:custGeom>
              <a:avLst/>
              <a:gdLst/>
              <a:ahLst/>
              <a:cxnLst/>
              <a:rect l="l" t="t" r="r" b="b"/>
              <a:pathLst>
                <a:path w="1011077" h="1536167">
                  <a:moveTo>
                    <a:pt x="0" y="0"/>
                  </a:moveTo>
                  <a:lnTo>
                    <a:pt x="1011077" y="0"/>
                  </a:lnTo>
                  <a:lnTo>
                    <a:pt x="1011077" y="1536167"/>
                  </a:lnTo>
                  <a:lnTo>
                    <a:pt x="0" y="153616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grpSp>
          <p:nvGrpSpPr>
            <p:cNvPr id="27" name="Group 27"/>
            <p:cNvGrpSpPr/>
            <p:nvPr/>
          </p:nvGrpSpPr>
          <p:grpSpPr>
            <a:xfrm>
              <a:off x="209593" y="173710"/>
              <a:ext cx="591891" cy="591891"/>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80707"/>
              </a:solidFill>
            </p:spPr>
            <p:txBody>
              <a:bodyPr/>
              <a:lstStyle/>
              <a:p>
                <a:endParaRPr lang="en-IN"/>
              </a:p>
            </p:txBody>
          </p:sp>
          <p:sp>
            <p:nvSpPr>
              <p:cNvPr id="29" name="TextBox 29"/>
              <p:cNvSpPr txBox="1"/>
              <p:nvPr/>
            </p:nvSpPr>
            <p:spPr>
              <a:xfrm>
                <a:off x="76200" y="9525"/>
                <a:ext cx="660400" cy="727075"/>
              </a:xfrm>
              <a:prstGeom prst="rect">
                <a:avLst/>
              </a:prstGeom>
            </p:spPr>
            <p:txBody>
              <a:bodyPr lIns="50800" tIns="50800" rIns="50800" bIns="50800" rtlCol="0" anchor="ctr"/>
              <a:lstStyle/>
              <a:p>
                <a:pPr algn="ctr">
                  <a:lnSpc>
                    <a:spcPts val="3360"/>
                  </a:lnSpc>
                </a:pPr>
                <a:endParaRPr/>
              </a:p>
            </p:txBody>
          </p:sp>
        </p:grpSp>
      </p:grpSp>
      <p:grpSp>
        <p:nvGrpSpPr>
          <p:cNvPr id="30" name="Group 30"/>
          <p:cNvGrpSpPr/>
          <p:nvPr/>
        </p:nvGrpSpPr>
        <p:grpSpPr>
          <a:xfrm>
            <a:off x="15884985" y="3477584"/>
            <a:ext cx="1443649" cy="2193390"/>
            <a:chOff x="0" y="0"/>
            <a:chExt cx="1924866" cy="2924519"/>
          </a:xfrm>
        </p:grpSpPr>
        <p:sp>
          <p:nvSpPr>
            <p:cNvPr id="31" name="Freeform 31"/>
            <p:cNvSpPr/>
            <p:nvPr/>
          </p:nvSpPr>
          <p:spPr>
            <a:xfrm>
              <a:off x="0" y="0"/>
              <a:ext cx="1924866" cy="2924519"/>
            </a:xfrm>
            <a:custGeom>
              <a:avLst/>
              <a:gdLst/>
              <a:ahLst/>
              <a:cxnLst/>
              <a:rect l="l" t="t" r="r" b="b"/>
              <a:pathLst>
                <a:path w="1924866" h="2924519">
                  <a:moveTo>
                    <a:pt x="0" y="0"/>
                  </a:moveTo>
                  <a:lnTo>
                    <a:pt x="1924866" y="0"/>
                  </a:lnTo>
                  <a:lnTo>
                    <a:pt x="1924866" y="2924519"/>
                  </a:lnTo>
                  <a:lnTo>
                    <a:pt x="0" y="292451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grpSp>
          <p:nvGrpSpPr>
            <p:cNvPr id="32" name="Group 32"/>
            <p:cNvGrpSpPr/>
            <p:nvPr/>
          </p:nvGrpSpPr>
          <p:grpSpPr>
            <a:xfrm>
              <a:off x="399019" y="330706"/>
              <a:ext cx="1126828" cy="1126828"/>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80707"/>
              </a:solidFill>
            </p:spPr>
            <p:txBody>
              <a:bodyPr/>
              <a:lstStyle/>
              <a:p>
                <a:endParaRPr lang="en-IN"/>
              </a:p>
            </p:txBody>
          </p:sp>
          <p:sp>
            <p:nvSpPr>
              <p:cNvPr id="34" name="TextBox 34"/>
              <p:cNvSpPr txBox="1"/>
              <p:nvPr/>
            </p:nvSpPr>
            <p:spPr>
              <a:xfrm>
                <a:off x="76200" y="9525"/>
                <a:ext cx="660400" cy="727075"/>
              </a:xfrm>
              <a:prstGeom prst="rect">
                <a:avLst/>
              </a:prstGeom>
            </p:spPr>
            <p:txBody>
              <a:bodyPr lIns="50800" tIns="50800" rIns="50800" bIns="50800" rtlCol="0" anchor="ctr"/>
              <a:lstStyle/>
              <a:p>
                <a:pPr algn="ctr">
                  <a:lnSpc>
                    <a:spcPts val="3360"/>
                  </a:lnSpc>
                </a:pPr>
                <a:endParaRPr/>
              </a:p>
            </p:txBody>
          </p:sp>
        </p:grpSp>
      </p:grpSp>
      <p:grpSp>
        <p:nvGrpSpPr>
          <p:cNvPr id="35" name="Group 35"/>
          <p:cNvGrpSpPr/>
          <p:nvPr/>
        </p:nvGrpSpPr>
        <p:grpSpPr>
          <a:xfrm>
            <a:off x="12307524" y="6049985"/>
            <a:ext cx="2195662" cy="3335950"/>
            <a:chOff x="0" y="0"/>
            <a:chExt cx="2927549" cy="4447934"/>
          </a:xfrm>
        </p:grpSpPr>
        <p:sp>
          <p:nvSpPr>
            <p:cNvPr id="36" name="Freeform 36"/>
            <p:cNvSpPr/>
            <p:nvPr/>
          </p:nvSpPr>
          <p:spPr>
            <a:xfrm>
              <a:off x="0" y="0"/>
              <a:ext cx="2927549" cy="4447934"/>
            </a:xfrm>
            <a:custGeom>
              <a:avLst/>
              <a:gdLst/>
              <a:ahLst/>
              <a:cxnLst/>
              <a:rect l="l" t="t" r="r" b="b"/>
              <a:pathLst>
                <a:path w="2927549" h="4447934">
                  <a:moveTo>
                    <a:pt x="0" y="0"/>
                  </a:moveTo>
                  <a:lnTo>
                    <a:pt x="2927549" y="0"/>
                  </a:lnTo>
                  <a:lnTo>
                    <a:pt x="2927549" y="4447934"/>
                  </a:lnTo>
                  <a:lnTo>
                    <a:pt x="0" y="444793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grpSp>
          <p:nvGrpSpPr>
            <p:cNvPr id="37" name="Group 37"/>
            <p:cNvGrpSpPr/>
            <p:nvPr/>
          </p:nvGrpSpPr>
          <p:grpSpPr>
            <a:xfrm>
              <a:off x="606872" y="502974"/>
              <a:ext cx="1713805" cy="1713805"/>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80707"/>
              </a:solidFill>
            </p:spPr>
            <p:txBody>
              <a:bodyPr/>
              <a:lstStyle/>
              <a:p>
                <a:endParaRPr lang="en-IN"/>
              </a:p>
            </p:txBody>
          </p:sp>
          <p:sp>
            <p:nvSpPr>
              <p:cNvPr id="39" name="TextBox 39"/>
              <p:cNvSpPr txBox="1"/>
              <p:nvPr/>
            </p:nvSpPr>
            <p:spPr>
              <a:xfrm>
                <a:off x="76200" y="9525"/>
                <a:ext cx="660400" cy="727075"/>
              </a:xfrm>
              <a:prstGeom prst="rect">
                <a:avLst/>
              </a:prstGeom>
            </p:spPr>
            <p:txBody>
              <a:bodyPr lIns="50800" tIns="50800" rIns="50800" bIns="50800" rtlCol="0" anchor="ctr"/>
              <a:lstStyle/>
              <a:p>
                <a:pPr algn="ctr">
                  <a:lnSpc>
                    <a:spcPts val="3360"/>
                  </a:lnSpc>
                </a:pPr>
                <a:endParaRPr/>
              </a:p>
            </p:txBody>
          </p:sp>
        </p:grpSp>
      </p:grpSp>
      <p:sp>
        <p:nvSpPr>
          <p:cNvPr id="40" name="TextBox 40"/>
          <p:cNvSpPr txBox="1"/>
          <p:nvPr/>
        </p:nvSpPr>
        <p:spPr>
          <a:xfrm>
            <a:off x="12953862" y="6458494"/>
            <a:ext cx="841212" cy="1052195"/>
          </a:xfrm>
          <a:prstGeom prst="rect">
            <a:avLst/>
          </a:prstGeom>
        </p:spPr>
        <p:txBody>
          <a:bodyPr lIns="0" tIns="0" rIns="0" bIns="0" rtlCol="0" anchor="t">
            <a:spAutoFit/>
          </a:bodyPr>
          <a:lstStyle/>
          <a:p>
            <a:pPr marL="0" lvl="0" indent="0" algn="ctr">
              <a:lnSpc>
                <a:spcPts val="8680"/>
              </a:lnSpc>
              <a:spcBef>
                <a:spcPct val="0"/>
              </a:spcBef>
            </a:pPr>
            <a:r>
              <a:rPr lang="en-US" sz="6200">
                <a:solidFill>
                  <a:srgbClr val="FFEAEA"/>
                </a:solidFill>
                <a:latin typeface="Etna Sans Serif"/>
                <a:ea typeface="Etna Sans Serif"/>
                <a:cs typeface="Etna Sans Serif"/>
                <a:sym typeface="Etna Sans Serif"/>
              </a:rPr>
              <a:t>01</a:t>
            </a:r>
          </a:p>
        </p:txBody>
      </p:sp>
      <p:sp>
        <p:nvSpPr>
          <p:cNvPr id="41" name="TextBox 41"/>
          <p:cNvSpPr txBox="1"/>
          <p:nvPr/>
        </p:nvSpPr>
        <p:spPr>
          <a:xfrm>
            <a:off x="16186203" y="3748324"/>
            <a:ext cx="841212" cy="646430"/>
          </a:xfrm>
          <a:prstGeom prst="rect">
            <a:avLst/>
          </a:prstGeom>
        </p:spPr>
        <p:txBody>
          <a:bodyPr lIns="0" tIns="0" rIns="0" bIns="0" rtlCol="0" anchor="t">
            <a:spAutoFit/>
          </a:bodyPr>
          <a:lstStyle/>
          <a:p>
            <a:pPr marL="0" lvl="0" indent="0" algn="ctr">
              <a:lnSpc>
                <a:spcPts val="5320"/>
              </a:lnSpc>
              <a:spcBef>
                <a:spcPct val="0"/>
              </a:spcBef>
            </a:pPr>
            <a:r>
              <a:rPr lang="en-US" sz="3800">
                <a:solidFill>
                  <a:srgbClr val="FFEAEA"/>
                </a:solidFill>
                <a:latin typeface="Etna Sans Serif"/>
                <a:ea typeface="Etna Sans Serif"/>
                <a:cs typeface="Etna Sans Serif"/>
                <a:sym typeface="Etna Sans Serif"/>
              </a:rPr>
              <a:t>02</a:t>
            </a:r>
          </a:p>
        </p:txBody>
      </p:sp>
      <p:sp>
        <p:nvSpPr>
          <p:cNvPr id="42" name="TextBox 42"/>
          <p:cNvSpPr txBox="1"/>
          <p:nvPr/>
        </p:nvSpPr>
        <p:spPr>
          <a:xfrm>
            <a:off x="12246507" y="2440577"/>
            <a:ext cx="841212" cy="405765"/>
          </a:xfrm>
          <a:prstGeom prst="rect">
            <a:avLst/>
          </a:prstGeom>
        </p:spPr>
        <p:txBody>
          <a:bodyPr lIns="0" tIns="0" rIns="0" bIns="0" rtlCol="0" anchor="t">
            <a:spAutoFit/>
          </a:bodyPr>
          <a:lstStyle/>
          <a:p>
            <a:pPr marL="0" lvl="0" indent="0" algn="ctr">
              <a:lnSpc>
                <a:spcPts val="3359"/>
              </a:lnSpc>
              <a:spcBef>
                <a:spcPct val="0"/>
              </a:spcBef>
            </a:pPr>
            <a:r>
              <a:rPr lang="en-US" sz="2400">
                <a:solidFill>
                  <a:srgbClr val="FFEAEA"/>
                </a:solidFill>
                <a:latin typeface="Etna Sans Serif"/>
                <a:ea typeface="Etna Sans Serif"/>
                <a:cs typeface="Etna Sans Serif"/>
                <a:sym typeface="Etna Sans Serif"/>
              </a:rPr>
              <a:t>03</a:t>
            </a:r>
          </a:p>
        </p:txBody>
      </p:sp>
      <p:sp>
        <p:nvSpPr>
          <p:cNvPr id="54" name="Shape 2">
            <a:extLst>
              <a:ext uri="{FF2B5EF4-FFF2-40B4-BE49-F238E27FC236}">
                <a16:creationId xmlns:a16="http://schemas.microsoft.com/office/drawing/2014/main" id="{44126651-71EB-9C43-5EA2-D687277C0F5E}"/>
              </a:ext>
            </a:extLst>
          </p:cNvPr>
          <p:cNvSpPr/>
          <p:nvPr/>
        </p:nvSpPr>
        <p:spPr>
          <a:xfrm>
            <a:off x="640079" y="1691639"/>
            <a:ext cx="7970521" cy="6271261"/>
          </a:xfrm>
          <a:prstGeom prst="roundRect">
            <a:avLst>
              <a:gd name="adj" fmla="val 2718"/>
            </a:avLst>
          </a:prstGeom>
          <a:solidFill>
            <a:schemeClr val="tx1">
              <a:lumMod val="95000"/>
              <a:lumOff val="5000"/>
            </a:schemeClr>
          </a:solidFill>
          <a:ln w="9525">
            <a:solidFill>
              <a:srgbClr val="C00000"/>
            </a:solidFill>
            <a:prstDash val="solid"/>
          </a:ln>
          <a:effectLst>
            <a:outerShdw blurRad="127000" dist="38100" dir="5400000" algn="bl" rotWithShape="0">
              <a:srgbClr val="000000">
                <a:alpha val="35000"/>
              </a:srgbClr>
            </a:outerShdw>
          </a:effectLst>
        </p:spPr>
      </p:sp>
      <p:sp>
        <p:nvSpPr>
          <p:cNvPr id="56" name="Shape 3">
            <a:extLst>
              <a:ext uri="{FF2B5EF4-FFF2-40B4-BE49-F238E27FC236}">
                <a16:creationId xmlns:a16="http://schemas.microsoft.com/office/drawing/2014/main" id="{7E03DD95-337E-1968-A450-E96D83D666D3}"/>
              </a:ext>
            </a:extLst>
          </p:cNvPr>
          <p:cNvSpPr/>
          <p:nvPr/>
        </p:nvSpPr>
        <p:spPr>
          <a:xfrm>
            <a:off x="914400" y="1920240"/>
            <a:ext cx="640080" cy="640080"/>
          </a:xfrm>
          <a:prstGeom prst="ellipse">
            <a:avLst/>
          </a:prstGeom>
          <a:solidFill>
            <a:srgbClr val="C00000"/>
          </a:solidFill>
          <a:ln/>
        </p:spPr>
      </p:sp>
      <p:pic>
        <p:nvPicPr>
          <p:cNvPr id="58" name="Image 1" descr="/home/claude/build/icons_rocket.png">
            <a:extLst>
              <a:ext uri="{FF2B5EF4-FFF2-40B4-BE49-F238E27FC236}">
                <a16:creationId xmlns:a16="http://schemas.microsoft.com/office/drawing/2014/main" id="{281459E3-A221-2752-D1D2-7138ED045567}"/>
              </a:ext>
            </a:extLst>
          </p:cNvPr>
          <p:cNvPicPr>
            <a:picLocks noChangeAspect="1"/>
          </p:cNvPicPr>
          <p:nvPr/>
        </p:nvPicPr>
        <p:blipFill>
          <a:blip r:embed="rId5"/>
          <a:stretch>
            <a:fillRect/>
          </a:stretch>
        </p:blipFill>
        <p:spPr>
          <a:xfrm>
            <a:off x="1080821" y="2086661"/>
            <a:ext cx="307238" cy="307238"/>
          </a:xfrm>
          <a:prstGeom prst="rect">
            <a:avLst/>
          </a:prstGeom>
        </p:spPr>
      </p:pic>
      <p:grpSp>
        <p:nvGrpSpPr>
          <p:cNvPr id="63" name="Group 3">
            <a:extLst>
              <a:ext uri="{FF2B5EF4-FFF2-40B4-BE49-F238E27FC236}">
                <a16:creationId xmlns:a16="http://schemas.microsoft.com/office/drawing/2014/main" id="{EFFB9B7D-3DAC-C03D-2BCA-A5C3E162466E}"/>
              </a:ext>
            </a:extLst>
          </p:cNvPr>
          <p:cNvGrpSpPr/>
          <p:nvPr/>
        </p:nvGrpSpPr>
        <p:grpSpPr>
          <a:xfrm>
            <a:off x="1720901" y="1826128"/>
            <a:ext cx="5123798" cy="835341"/>
            <a:chOff x="0" y="0"/>
            <a:chExt cx="3237439" cy="667677"/>
          </a:xfrm>
        </p:grpSpPr>
        <p:sp>
          <p:nvSpPr>
            <p:cNvPr id="64" name="Freeform 4">
              <a:extLst>
                <a:ext uri="{FF2B5EF4-FFF2-40B4-BE49-F238E27FC236}">
                  <a16:creationId xmlns:a16="http://schemas.microsoft.com/office/drawing/2014/main" id="{9DFEB920-4056-4031-8209-8EA271E7B04C}"/>
                </a:ext>
              </a:extLst>
            </p:cNvPr>
            <p:cNvSpPr/>
            <p:nvPr/>
          </p:nvSpPr>
          <p:spPr>
            <a:xfrm>
              <a:off x="0" y="0"/>
              <a:ext cx="3237439" cy="667677"/>
            </a:xfrm>
            <a:custGeom>
              <a:avLst/>
              <a:gdLst/>
              <a:ahLst/>
              <a:cxnLst/>
              <a:rect l="l" t="t" r="r" b="b"/>
              <a:pathLst>
                <a:path w="3237439" h="667677">
                  <a:moveTo>
                    <a:pt x="0" y="0"/>
                  </a:moveTo>
                  <a:lnTo>
                    <a:pt x="3237439" y="0"/>
                  </a:lnTo>
                  <a:lnTo>
                    <a:pt x="3237439" y="667677"/>
                  </a:lnTo>
                  <a:lnTo>
                    <a:pt x="0" y="667677"/>
                  </a:lnTo>
                  <a:close/>
                </a:path>
              </a:pathLst>
            </a:custGeom>
            <a:solidFill>
              <a:srgbClr val="D10721"/>
            </a:solidFill>
          </p:spPr>
          <p:txBody>
            <a:bodyPr/>
            <a:lstStyle/>
            <a:p>
              <a:endParaRPr lang="en-IN"/>
            </a:p>
          </p:txBody>
        </p:sp>
        <p:sp>
          <p:nvSpPr>
            <p:cNvPr id="65" name="TextBox 5">
              <a:extLst>
                <a:ext uri="{FF2B5EF4-FFF2-40B4-BE49-F238E27FC236}">
                  <a16:creationId xmlns:a16="http://schemas.microsoft.com/office/drawing/2014/main" id="{D05C02FD-2C36-53C8-601D-8C9D392DEA29}"/>
                </a:ext>
              </a:extLst>
            </p:cNvPr>
            <p:cNvSpPr txBox="1"/>
            <p:nvPr/>
          </p:nvSpPr>
          <p:spPr>
            <a:xfrm>
              <a:off x="0" y="-66675"/>
              <a:ext cx="3237439" cy="734352"/>
            </a:xfrm>
            <a:prstGeom prst="rect">
              <a:avLst/>
            </a:prstGeom>
          </p:spPr>
          <p:txBody>
            <a:bodyPr lIns="50800" tIns="50800" rIns="50800" bIns="50800" rtlCol="0" anchor="ctr"/>
            <a:lstStyle/>
            <a:p>
              <a:pPr algn="ctr">
                <a:lnSpc>
                  <a:spcPts val="3360"/>
                </a:lnSpc>
              </a:pPr>
              <a:endParaRPr/>
            </a:p>
          </p:txBody>
        </p:sp>
      </p:grpSp>
      <p:sp>
        <p:nvSpPr>
          <p:cNvPr id="62" name="Text 5">
            <a:extLst>
              <a:ext uri="{FF2B5EF4-FFF2-40B4-BE49-F238E27FC236}">
                <a16:creationId xmlns:a16="http://schemas.microsoft.com/office/drawing/2014/main" id="{E2E5A0D6-94AE-07A2-90E5-4D12EC801B8C}"/>
              </a:ext>
            </a:extLst>
          </p:cNvPr>
          <p:cNvSpPr/>
          <p:nvPr/>
        </p:nvSpPr>
        <p:spPr>
          <a:xfrm>
            <a:off x="960119" y="2697479"/>
            <a:ext cx="7241473" cy="4813209"/>
          </a:xfrm>
          <a:prstGeom prst="rect">
            <a:avLst/>
          </a:prstGeom>
          <a:noFill/>
          <a:ln/>
        </p:spPr>
        <p:txBody>
          <a:bodyPr wrap="square" rtlCol="0" anchor="t"/>
          <a:lstStyle/>
          <a:p>
            <a:pPr>
              <a:spcAft>
                <a:spcPts val="1200"/>
              </a:spcAft>
              <a:buSzPct val="100000"/>
            </a:pPr>
            <a:endParaRPr lang="en-US" sz="2800" dirty="0">
              <a:solidFill>
                <a:schemeClr val="bg1"/>
              </a:solidFill>
            </a:endParaRPr>
          </a:p>
          <a:p>
            <a:pPr marL="342900" indent="-342900">
              <a:spcAft>
                <a:spcPts val="1200"/>
              </a:spcAft>
              <a:buSzPct val="100000"/>
              <a:buChar char="✦"/>
            </a:pPr>
            <a:r>
              <a:rPr lang="en-US" sz="2800" dirty="0">
                <a:solidFill>
                  <a:schemeClr val="bg1"/>
                </a:solidFill>
                <a:latin typeface="Calibri" pitchFamily="34" charset="0"/>
                <a:ea typeface="Calibri" pitchFamily="34" charset="-122"/>
                <a:cs typeface="Calibri" pitchFamily="34" charset="-120"/>
              </a:rPr>
              <a:t>Integrate real-time market data.</a:t>
            </a:r>
            <a:endParaRPr lang="en-US" sz="2800" dirty="0">
              <a:solidFill>
                <a:schemeClr val="bg1"/>
              </a:solidFill>
            </a:endParaRPr>
          </a:p>
          <a:p>
            <a:pPr marL="342900" indent="-342900">
              <a:spcAft>
                <a:spcPts val="1200"/>
              </a:spcAft>
              <a:buSzPct val="100000"/>
              <a:buChar char="✦"/>
            </a:pPr>
            <a:r>
              <a:rPr lang="en-US" sz="2800" dirty="0">
                <a:solidFill>
                  <a:schemeClr val="bg1"/>
                </a:solidFill>
                <a:latin typeface="Calibri" pitchFamily="34" charset="0"/>
                <a:ea typeface="Calibri" pitchFamily="34" charset="-122"/>
                <a:cs typeface="Calibri" pitchFamily="34" charset="-120"/>
              </a:rPr>
              <a:t>Use advanced ensemble models.</a:t>
            </a:r>
            <a:endParaRPr lang="en-US" sz="2800" dirty="0">
              <a:solidFill>
                <a:schemeClr val="bg1"/>
              </a:solidFill>
            </a:endParaRPr>
          </a:p>
          <a:p>
            <a:pPr marL="342900" indent="-342900">
              <a:spcAft>
                <a:spcPts val="1200"/>
              </a:spcAft>
              <a:buSzPct val="100000"/>
              <a:buChar char="✦"/>
            </a:pPr>
            <a:r>
              <a:rPr lang="en-US" sz="2800" dirty="0">
                <a:solidFill>
                  <a:schemeClr val="bg1"/>
                </a:solidFill>
                <a:latin typeface="Calibri" pitchFamily="34" charset="0"/>
                <a:ea typeface="Calibri" pitchFamily="34" charset="-122"/>
                <a:cs typeface="Calibri" pitchFamily="34" charset="-120"/>
              </a:rPr>
              <a:t>Create a mobile application.</a:t>
            </a:r>
            <a:endParaRPr lang="en-US" sz="2800" dirty="0">
              <a:solidFill>
                <a:schemeClr val="bg1"/>
              </a:solidFill>
            </a:endParaRPr>
          </a:p>
          <a:p>
            <a:pPr marL="342900" indent="-342900">
              <a:spcAft>
                <a:spcPts val="1200"/>
              </a:spcAft>
              <a:buSzPct val="100000"/>
              <a:buChar char="✦"/>
            </a:pPr>
            <a:r>
              <a:rPr lang="en-US" sz="2800" dirty="0">
                <a:solidFill>
                  <a:schemeClr val="bg1"/>
                </a:solidFill>
                <a:latin typeface="Calibri" pitchFamily="34" charset="0"/>
                <a:ea typeface="Calibri" pitchFamily="34" charset="-122"/>
                <a:cs typeface="Calibri" pitchFamily="34" charset="-120"/>
              </a:rPr>
              <a:t>Improve prediction accuracy using larger datasets.</a:t>
            </a:r>
            <a:endParaRPr lang="en-US" sz="2800" dirty="0">
              <a:solidFill>
                <a:schemeClr val="bg1"/>
              </a:solidFill>
            </a:endParaRPr>
          </a:p>
        </p:txBody>
      </p:sp>
      <p:sp>
        <p:nvSpPr>
          <p:cNvPr id="60" name="Text 4">
            <a:extLst>
              <a:ext uri="{FF2B5EF4-FFF2-40B4-BE49-F238E27FC236}">
                <a16:creationId xmlns:a16="http://schemas.microsoft.com/office/drawing/2014/main" id="{66FE7A8F-9B64-075C-0BFF-80C0F7FFE15D}"/>
              </a:ext>
            </a:extLst>
          </p:cNvPr>
          <p:cNvSpPr/>
          <p:nvPr/>
        </p:nvSpPr>
        <p:spPr>
          <a:xfrm>
            <a:off x="2056823" y="1818445"/>
            <a:ext cx="5210082" cy="843024"/>
          </a:xfrm>
          <a:prstGeom prst="rect">
            <a:avLst/>
          </a:prstGeom>
          <a:noFill/>
          <a:ln/>
        </p:spPr>
        <p:txBody>
          <a:bodyPr wrap="square"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Future Scope :</a:t>
            </a:r>
            <a:endParaRPr lang="en-US" sz="4800" dirty="0"/>
          </a:p>
        </p:txBody>
      </p:sp>
    </p:spTree>
  </p:cSld>
  <p:clrMapOvr>
    <a:masterClrMapping/>
  </p:clrMapOvr>
  <p:transition>
    <p:push/>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80707"/>
        </a:solidFill>
        <a:effectLst/>
      </p:bgPr>
    </p:bg>
    <p:spTree>
      <p:nvGrpSpPr>
        <p:cNvPr id="1" name=""/>
        <p:cNvGrpSpPr/>
        <p:nvPr/>
      </p:nvGrpSpPr>
      <p:grpSpPr>
        <a:xfrm>
          <a:off x="0" y="0"/>
          <a:ext cx="0" cy="0"/>
          <a:chOff x="0" y="0"/>
          <a:chExt cx="0" cy="0"/>
        </a:xfrm>
      </p:grpSpPr>
      <p:grpSp>
        <p:nvGrpSpPr>
          <p:cNvPr id="2" name="Group 2"/>
          <p:cNvGrpSpPr/>
          <p:nvPr/>
        </p:nvGrpSpPr>
        <p:grpSpPr>
          <a:xfrm>
            <a:off x="-9525" y="-549311"/>
            <a:ext cx="14234230" cy="1186475"/>
            <a:chOff x="0" y="0"/>
            <a:chExt cx="18978974" cy="1581967"/>
          </a:xfrm>
        </p:grpSpPr>
        <p:sp>
          <p:nvSpPr>
            <p:cNvPr id="3" name="Freeform 3"/>
            <p:cNvSpPr/>
            <p:nvPr/>
          </p:nvSpPr>
          <p:spPr>
            <a:xfrm rot="-5400000">
              <a:off x="13326145" y="-4070863"/>
              <a:ext cx="1541681" cy="9763978"/>
            </a:xfrm>
            <a:custGeom>
              <a:avLst/>
              <a:gdLst/>
              <a:ahLst/>
              <a:cxnLst/>
              <a:rect l="l" t="t" r="r" b="b"/>
              <a:pathLst>
                <a:path w="1541681" h="9763978">
                  <a:moveTo>
                    <a:pt x="0" y="0"/>
                  </a:moveTo>
                  <a:lnTo>
                    <a:pt x="1541680" y="0"/>
                  </a:lnTo>
                  <a:lnTo>
                    <a:pt x="1541680" y="9763978"/>
                  </a:lnTo>
                  <a:lnTo>
                    <a:pt x="0" y="9763978"/>
                  </a:lnTo>
                  <a:lnTo>
                    <a:pt x="0" y="0"/>
                  </a:lnTo>
                  <a:close/>
                </a:path>
              </a:pathLst>
            </a:custGeom>
            <a:blipFill>
              <a:blip>
                <a:alphaModFix amt="73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rot="-5400000">
              <a:off x="4111149" y="-4111149"/>
              <a:ext cx="1541681" cy="9763978"/>
            </a:xfrm>
            <a:custGeom>
              <a:avLst/>
              <a:gdLst/>
              <a:ahLst/>
              <a:cxnLst/>
              <a:rect l="l" t="t" r="r" b="b"/>
              <a:pathLst>
                <a:path w="1541681" h="9763978">
                  <a:moveTo>
                    <a:pt x="0" y="0"/>
                  </a:moveTo>
                  <a:lnTo>
                    <a:pt x="1541680" y="0"/>
                  </a:lnTo>
                  <a:lnTo>
                    <a:pt x="1541680" y="9763978"/>
                  </a:lnTo>
                  <a:lnTo>
                    <a:pt x="0" y="9763978"/>
                  </a:lnTo>
                  <a:lnTo>
                    <a:pt x="0" y="0"/>
                  </a:lnTo>
                  <a:close/>
                </a:path>
              </a:pathLst>
            </a:custGeom>
            <a:blipFill>
              <a:blip>
                <a:alphaModFix amt="73000"/>
                <a:extLst>
                  <a:ext uri="{96DAC541-7B7A-43D3-8B79-37D633B846F1}">
                    <asvg:svgBlip xmlns:asvg="http://schemas.microsoft.com/office/drawing/2016/SVG/main" r:embed="rId2"/>
                  </a:ext>
                </a:extLst>
              </a:blip>
              <a:stretch>
                <a:fillRect/>
              </a:stretch>
            </a:blipFill>
          </p:spPr>
          <p:txBody>
            <a:bodyPr/>
            <a:lstStyle/>
            <a:p>
              <a:endParaRPr lang="en-IN"/>
            </a:p>
          </p:txBody>
        </p:sp>
      </p:grpSp>
      <p:grpSp>
        <p:nvGrpSpPr>
          <p:cNvPr id="5" name="Group 5"/>
          <p:cNvGrpSpPr/>
          <p:nvPr/>
        </p:nvGrpSpPr>
        <p:grpSpPr>
          <a:xfrm rot="-10800000">
            <a:off x="6901722" y="-746239"/>
            <a:ext cx="7356886" cy="1638939"/>
            <a:chOff x="0" y="0"/>
            <a:chExt cx="1088751" cy="242548"/>
          </a:xfrm>
        </p:grpSpPr>
        <p:sp>
          <p:nvSpPr>
            <p:cNvPr id="6" name="Freeform 6"/>
            <p:cNvSpPr/>
            <p:nvPr/>
          </p:nvSpPr>
          <p:spPr>
            <a:xfrm>
              <a:off x="0" y="0"/>
              <a:ext cx="1088751" cy="242548"/>
            </a:xfrm>
            <a:custGeom>
              <a:avLst/>
              <a:gdLst/>
              <a:ahLst/>
              <a:cxnLst/>
              <a:rect l="l" t="t" r="r" b="b"/>
              <a:pathLst>
                <a:path w="1088751" h="242548">
                  <a:moveTo>
                    <a:pt x="0" y="0"/>
                  </a:moveTo>
                  <a:lnTo>
                    <a:pt x="1088751" y="0"/>
                  </a:lnTo>
                  <a:lnTo>
                    <a:pt x="1088751" y="242548"/>
                  </a:lnTo>
                  <a:lnTo>
                    <a:pt x="0" y="242548"/>
                  </a:lnTo>
                  <a:close/>
                </a:path>
              </a:pathLst>
            </a:custGeom>
            <a:gradFill rotWithShape="1">
              <a:gsLst>
                <a:gs pos="0">
                  <a:srgbClr val="080707">
                    <a:alpha val="100000"/>
                  </a:srgbClr>
                </a:gs>
                <a:gs pos="50000">
                  <a:srgbClr val="080707">
                    <a:alpha val="47500"/>
                  </a:srgbClr>
                </a:gs>
                <a:gs pos="100000">
                  <a:srgbClr val="080707">
                    <a:alpha val="0"/>
                  </a:srgbClr>
                </a:gs>
              </a:gsLst>
              <a:lin ang="0"/>
            </a:gradFill>
          </p:spPr>
          <p:txBody>
            <a:bodyPr/>
            <a:lstStyle/>
            <a:p>
              <a:endParaRPr lang="en-IN"/>
            </a:p>
          </p:txBody>
        </p:sp>
        <p:sp>
          <p:nvSpPr>
            <p:cNvPr id="7" name="TextBox 7"/>
            <p:cNvSpPr txBox="1"/>
            <p:nvPr/>
          </p:nvSpPr>
          <p:spPr>
            <a:xfrm>
              <a:off x="0" y="-66675"/>
              <a:ext cx="1088751" cy="309223"/>
            </a:xfrm>
            <a:prstGeom prst="rect">
              <a:avLst/>
            </a:prstGeom>
          </p:spPr>
          <p:txBody>
            <a:bodyPr lIns="90407" tIns="90407" rIns="90407" bIns="90407" rtlCol="0" anchor="ctr"/>
            <a:lstStyle/>
            <a:p>
              <a:pPr algn="ctr">
                <a:lnSpc>
                  <a:spcPts val="3360"/>
                </a:lnSpc>
              </a:pPr>
              <a:endParaRPr/>
            </a:p>
          </p:txBody>
        </p:sp>
      </p:grpSp>
      <p:grpSp>
        <p:nvGrpSpPr>
          <p:cNvPr id="8" name="Group 8"/>
          <p:cNvGrpSpPr/>
          <p:nvPr/>
        </p:nvGrpSpPr>
        <p:grpSpPr>
          <a:xfrm>
            <a:off x="4019867" y="9385935"/>
            <a:ext cx="7356886" cy="1638939"/>
            <a:chOff x="0" y="0"/>
            <a:chExt cx="1088751" cy="242548"/>
          </a:xfrm>
        </p:grpSpPr>
        <p:sp>
          <p:nvSpPr>
            <p:cNvPr id="9" name="Freeform 9"/>
            <p:cNvSpPr/>
            <p:nvPr/>
          </p:nvSpPr>
          <p:spPr>
            <a:xfrm>
              <a:off x="0" y="0"/>
              <a:ext cx="1088751" cy="242548"/>
            </a:xfrm>
            <a:custGeom>
              <a:avLst/>
              <a:gdLst/>
              <a:ahLst/>
              <a:cxnLst/>
              <a:rect l="l" t="t" r="r" b="b"/>
              <a:pathLst>
                <a:path w="1088751" h="242548">
                  <a:moveTo>
                    <a:pt x="0" y="0"/>
                  </a:moveTo>
                  <a:lnTo>
                    <a:pt x="1088751" y="0"/>
                  </a:lnTo>
                  <a:lnTo>
                    <a:pt x="1088751" y="242548"/>
                  </a:lnTo>
                  <a:lnTo>
                    <a:pt x="0" y="242548"/>
                  </a:lnTo>
                  <a:close/>
                </a:path>
              </a:pathLst>
            </a:custGeom>
            <a:gradFill rotWithShape="1">
              <a:gsLst>
                <a:gs pos="0">
                  <a:srgbClr val="080707">
                    <a:alpha val="100000"/>
                  </a:srgbClr>
                </a:gs>
                <a:gs pos="50000">
                  <a:srgbClr val="080707">
                    <a:alpha val="47500"/>
                  </a:srgbClr>
                </a:gs>
                <a:gs pos="100000">
                  <a:srgbClr val="080707">
                    <a:alpha val="0"/>
                  </a:srgbClr>
                </a:gs>
              </a:gsLst>
              <a:lin ang="0"/>
            </a:gradFill>
          </p:spPr>
          <p:txBody>
            <a:bodyPr/>
            <a:lstStyle/>
            <a:p>
              <a:endParaRPr lang="en-IN"/>
            </a:p>
          </p:txBody>
        </p:sp>
        <p:sp>
          <p:nvSpPr>
            <p:cNvPr id="10" name="TextBox 10"/>
            <p:cNvSpPr txBox="1"/>
            <p:nvPr/>
          </p:nvSpPr>
          <p:spPr>
            <a:xfrm>
              <a:off x="0" y="-66675"/>
              <a:ext cx="1088751" cy="309223"/>
            </a:xfrm>
            <a:prstGeom prst="rect">
              <a:avLst/>
            </a:prstGeom>
          </p:spPr>
          <p:txBody>
            <a:bodyPr lIns="90407" tIns="90407" rIns="90407" bIns="90407" rtlCol="0" anchor="ctr"/>
            <a:lstStyle/>
            <a:p>
              <a:pPr algn="ctr">
                <a:lnSpc>
                  <a:spcPts val="3360"/>
                </a:lnSpc>
              </a:pPr>
              <a:endParaRPr/>
            </a:p>
          </p:txBody>
        </p:sp>
      </p:grpSp>
      <p:grpSp>
        <p:nvGrpSpPr>
          <p:cNvPr id="11" name="Group 11"/>
          <p:cNvGrpSpPr/>
          <p:nvPr/>
        </p:nvGrpSpPr>
        <p:grpSpPr>
          <a:xfrm rot="5400000">
            <a:off x="-1770492" y="-2986457"/>
            <a:ext cx="8151677" cy="815167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D10721">
                    <a:alpha val="95000"/>
                  </a:srgbClr>
                </a:gs>
                <a:gs pos="50000">
                  <a:srgbClr val="D00721">
                    <a:alpha val="3325"/>
                  </a:srgbClr>
                </a:gs>
                <a:gs pos="100000">
                  <a:srgbClr val="D00721">
                    <a:alpha val="0"/>
                  </a:srgbClr>
                </a:gs>
              </a:gsLst>
              <a:path path="circle">
                <a:fillToRect l="50000" t="50000" r="50000" b="50000"/>
              </a:path>
            </a:gradFill>
          </p:spPr>
          <p:txBody>
            <a:bodyPr/>
            <a:lstStyle/>
            <a:p>
              <a:endParaRPr lang="en-IN"/>
            </a:p>
          </p:txBody>
        </p:sp>
        <p:sp>
          <p:nvSpPr>
            <p:cNvPr id="13" name="TextBox 13"/>
            <p:cNvSpPr txBox="1"/>
            <p:nvPr/>
          </p:nvSpPr>
          <p:spPr>
            <a:xfrm>
              <a:off x="76200" y="9525"/>
              <a:ext cx="660400" cy="727075"/>
            </a:xfrm>
            <a:prstGeom prst="rect">
              <a:avLst/>
            </a:prstGeom>
          </p:spPr>
          <p:txBody>
            <a:bodyPr lIns="50800" tIns="50800" rIns="50800" bIns="50800" rtlCol="0" anchor="ctr"/>
            <a:lstStyle/>
            <a:p>
              <a:pPr algn="ctr">
                <a:lnSpc>
                  <a:spcPts val="3360"/>
                </a:lnSpc>
              </a:pPr>
              <a:endParaRPr/>
            </a:p>
          </p:txBody>
        </p:sp>
      </p:grpSp>
      <p:grpSp>
        <p:nvGrpSpPr>
          <p:cNvPr id="14" name="Group 14"/>
          <p:cNvGrpSpPr/>
          <p:nvPr/>
        </p:nvGrpSpPr>
        <p:grpSpPr>
          <a:xfrm rot="5400000">
            <a:off x="13183461" y="5565632"/>
            <a:ext cx="8151677" cy="815167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D10721">
                    <a:alpha val="75000"/>
                  </a:srgbClr>
                </a:gs>
                <a:gs pos="50000">
                  <a:srgbClr val="D00721">
                    <a:alpha val="2625"/>
                  </a:srgbClr>
                </a:gs>
                <a:gs pos="100000">
                  <a:srgbClr val="D00721">
                    <a:alpha val="0"/>
                  </a:srgbClr>
                </a:gs>
              </a:gsLst>
              <a:path path="circle">
                <a:fillToRect l="50000" t="50000" r="50000" b="50000"/>
              </a:path>
            </a:gradFill>
          </p:spPr>
          <p:txBody>
            <a:bodyPr/>
            <a:lstStyle/>
            <a:p>
              <a:endParaRPr lang="en-IN"/>
            </a:p>
          </p:txBody>
        </p:sp>
        <p:sp>
          <p:nvSpPr>
            <p:cNvPr id="16" name="TextBox 16"/>
            <p:cNvSpPr txBox="1"/>
            <p:nvPr/>
          </p:nvSpPr>
          <p:spPr>
            <a:xfrm>
              <a:off x="76200" y="9525"/>
              <a:ext cx="660400" cy="727075"/>
            </a:xfrm>
            <a:prstGeom prst="rect">
              <a:avLst/>
            </a:prstGeom>
          </p:spPr>
          <p:txBody>
            <a:bodyPr lIns="50800" tIns="50800" rIns="50800" bIns="50800" rtlCol="0" anchor="ctr"/>
            <a:lstStyle/>
            <a:p>
              <a:pPr algn="ctr">
                <a:lnSpc>
                  <a:spcPts val="3360"/>
                </a:lnSpc>
              </a:pPr>
              <a:endParaRPr/>
            </a:p>
          </p:txBody>
        </p:sp>
      </p:grpSp>
      <p:grpSp>
        <p:nvGrpSpPr>
          <p:cNvPr id="17" name="Group 17"/>
          <p:cNvGrpSpPr/>
          <p:nvPr/>
        </p:nvGrpSpPr>
        <p:grpSpPr>
          <a:xfrm>
            <a:off x="7014628" y="4367251"/>
            <a:ext cx="14487959" cy="3917322"/>
            <a:chOff x="0" y="0"/>
            <a:chExt cx="19317279" cy="5223095"/>
          </a:xfrm>
        </p:grpSpPr>
        <p:sp>
          <p:nvSpPr>
            <p:cNvPr id="18" name="Freeform 18"/>
            <p:cNvSpPr/>
            <p:nvPr/>
          </p:nvSpPr>
          <p:spPr>
            <a:xfrm rot="5400000">
              <a:off x="4054646" y="-3671604"/>
              <a:ext cx="1520492" cy="9629785"/>
            </a:xfrm>
            <a:custGeom>
              <a:avLst/>
              <a:gdLst/>
              <a:ahLst/>
              <a:cxnLst/>
              <a:rect l="l" t="t" r="r" b="b"/>
              <a:pathLst>
                <a:path w="1520492" h="9629785">
                  <a:moveTo>
                    <a:pt x="0" y="0"/>
                  </a:moveTo>
                  <a:lnTo>
                    <a:pt x="1520492" y="0"/>
                  </a:lnTo>
                  <a:lnTo>
                    <a:pt x="1520492" y="9629785"/>
                  </a:lnTo>
                  <a:lnTo>
                    <a:pt x="0" y="9629785"/>
                  </a:lnTo>
                  <a:lnTo>
                    <a:pt x="0" y="0"/>
                  </a:lnTo>
                  <a:close/>
                </a:path>
              </a:pathLst>
            </a:custGeom>
            <a:blipFill>
              <a:blip>
                <a:alphaModFix amt="46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19" name="Freeform 19"/>
            <p:cNvSpPr/>
            <p:nvPr/>
          </p:nvSpPr>
          <p:spPr>
            <a:xfrm rot="5400000">
              <a:off x="4559845" y="-2151112"/>
              <a:ext cx="1520492" cy="9629785"/>
            </a:xfrm>
            <a:custGeom>
              <a:avLst/>
              <a:gdLst/>
              <a:ahLst/>
              <a:cxnLst/>
              <a:rect l="l" t="t" r="r" b="b"/>
              <a:pathLst>
                <a:path w="1520492" h="9629785">
                  <a:moveTo>
                    <a:pt x="0" y="0"/>
                  </a:moveTo>
                  <a:lnTo>
                    <a:pt x="1520492" y="0"/>
                  </a:lnTo>
                  <a:lnTo>
                    <a:pt x="1520492" y="9629785"/>
                  </a:lnTo>
                  <a:lnTo>
                    <a:pt x="0" y="9629785"/>
                  </a:lnTo>
                  <a:lnTo>
                    <a:pt x="0" y="0"/>
                  </a:lnTo>
                  <a:close/>
                </a:path>
              </a:pathLst>
            </a:custGeom>
            <a:blipFill>
              <a:blip>
                <a:alphaModFix amt="46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0" name="Freeform 20"/>
            <p:cNvSpPr/>
            <p:nvPr/>
          </p:nvSpPr>
          <p:spPr>
            <a:xfrm rot="5400000">
              <a:off x="4054646" y="-630619"/>
              <a:ext cx="1520492" cy="9629785"/>
            </a:xfrm>
            <a:custGeom>
              <a:avLst/>
              <a:gdLst/>
              <a:ahLst/>
              <a:cxnLst/>
              <a:rect l="l" t="t" r="r" b="b"/>
              <a:pathLst>
                <a:path w="1520492" h="9629785">
                  <a:moveTo>
                    <a:pt x="0" y="0"/>
                  </a:moveTo>
                  <a:lnTo>
                    <a:pt x="1520492" y="0"/>
                  </a:lnTo>
                  <a:lnTo>
                    <a:pt x="1520492" y="9629784"/>
                  </a:lnTo>
                  <a:lnTo>
                    <a:pt x="0" y="9629784"/>
                  </a:lnTo>
                  <a:lnTo>
                    <a:pt x="0" y="0"/>
                  </a:lnTo>
                  <a:close/>
                </a:path>
              </a:pathLst>
            </a:custGeom>
            <a:blipFill>
              <a:blip>
                <a:alphaModFix amt="46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1" name="Freeform 21"/>
            <p:cNvSpPr/>
            <p:nvPr/>
          </p:nvSpPr>
          <p:spPr>
            <a:xfrm rot="5400000">
              <a:off x="13236942" y="-3671604"/>
              <a:ext cx="1520492" cy="9629785"/>
            </a:xfrm>
            <a:custGeom>
              <a:avLst/>
              <a:gdLst/>
              <a:ahLst/>
              <a:cxnLst/>
              <a:rect l="l" t="t" r="r" b="b"/>
              <a:pathLst>
                <a:path w="1520492" h="9629785">
                  <a:moveTo>
                    <a:pt x="0" y="0"/>
                  </a:moveTo>
                  <a:lnTo>
                    <a:pt x="1520493" y="0"/>
                  </a:lnTo>
                  <a:lnTo>
                    <a:pt x="1520493" y="9629785"/>
                  </a:lnTo>
                  <a:lnTo>
                    <a:pt x="0" y="9629785"/>
                  </a:lnTo>
                  <a:lnTo>
                    <a:pt x="0" y="0"/>
                  </a:lnTo>
                  <a:close/>
                </a:path>
              </a:pathLst>
            </a:custGeom>
            <a:blipFill>
              <a:blip>
                <a:alphaModFix amt="46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2" name="Freeform 22"/>
            <p:cNvSpPr/>
            <p:nvPr/>
          </p:nvSpPr>
          <p:spPr>
            <a:xfrm rot="5400000">
              <a:off x="13742141" y="-2151112"/>
              <a:ext cx="1520492" cy="9629785"/>
            </a:xfrm>
            <a:custGeom>
              <a:avLst/>
              <a:gdLst/>
              <a:ahLst/>
              <a:cxnLst/>
              <a:rect l="l" t="t" r="r" b="b"/>
              <a:pathLst>
                <a:path w="1520492" h="9629785">
                  <a:moveTo>
                    <a:pt x="0" y="0"/>
                  </a:moveTo>
                  <a:lnTo>
                    <a:pt x="1520492" y="0"/>
                  </a:lnTo>
                  <a:lnTo>
                    <a:pt x="1520492" y="9629785"/>
                  </a:lnTo>
                  <a:lnTo>
                    <a:pt x="0" y="9629785"/>
                  </a:lnTo>
                  <a:lnTo>
                    <a:pt x="0" y="0"/>
                  </a:lnTo>
                  <a:close/>
                </a:path>
              </a:pathLst>
            </a:custGeom>
            <a:blipFill>
              <a:blip>
                <a:alphaModFix amt="46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3" name="Freeform 23"/>
            <p:cNvSpPr/>
            <p:nvPr/>
          </p:nvSpPr>
          <p:spPr>
            <a:xfrm rot="5400000">
              <a:off x="13236942" y="-630619"/>
              <a:ext cx="1520492" cy="9629785"/>
            </a:xfrm>
            <a:custGeom>
              <a:avLst/>
              <a:gdLst/>
              <a:ahLst/>
              <a:cxnLst/>
              <a:rect l="l" t="t" r="r" b="b"/>
              <a:pathLst>
                <a:path w="1520492" h="9629785">
                  <a:moveTo>
                    <a:pt x="0" y="0"/>
                  </a:moveTo>
                  <a:lnTo>
                    <a:pt x="1520493" y="0"/>
                  </a:lnTo>
                  <a:lnTo>
                    <a:pt x="1520493" y="9629784"/>
                  </a:lnTo>
                  <a:lnTo>
                    <a:pt x="0" y="9629784"/>
                  </a:lnTo>
                  <a:lnTo>
                    <a:pt x="0" y="0"/>
                  </a:lnTo>
                  <a:close/>
                </a:path>
              </a:pathLst>
            </a:custGeom>
            <a:blipFill>
              <a:blip>
                <a:alphaModFix amt="46000"/>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24" name="Group 24"/>
            <p:cNvGrpSpPr/>
            <p:nvPr/>
          </p:nvGrpSpPr>
          <p:grpSpPr>
            <a:xfrm>
              <a:off x="0" y="0"/>
              <a:ext cx="9629785" cy="5223095"/>
              <a:chOff x="0" y="0"/>
              <a:chExt cx="1083733" cy="587806"/>
            </a:xfrm>
          </p:grpSpPr>
          <p:sp>
            <p:nvSpPr>
              <p:cNvPr id="25" name="Freeform 25"/>
              <p:cNvSpPr/>
              <p:nvPr/>
            </p:nvSpPr>
            <p:spPr>
              <a:xfrm>
                <a:off x="0" y="0"/>
                <a:ext cx="1083733" cy="587806"/>
              </a:xfrm>
              <a:custGeom>
                <a:avLst/>
                <a:gdLst/>
                <a:ahLst/>
                <a:cxnLst/>
                <a:rect l="l" t="t" r="r" b="b"/>
                <a:pathLst>
                  <a:path w="1083733" h="587806">
                    <a:moveTo>
                      <a:pt x="0" y="0"/>
                    </a:moveTo>
                    <a:lnTo>
                      <a:pt x="1083733" y="0"/>
                    </a:lnTo>
                    <a:lnTo>
                      <a:pt x="1083733" y="587806"/>
                    </a:lnTo>
                    <a:lnTo>
                      <a:pt x="0" y="587806"/>
                    </a:lnTo>
                    <a:close/>
                  </a:path>
                </a:pathLst>
              </a:custGeom>
              <a:gradFill rotWithShape="1">
                <a:gsLst>
                  <a:gs pos="0">
                    <a:srgbClr val="080707">
                      <a:alpha val="100000"/>
                    </a:srgbClr>
                  </a:gs>
                  <a:gs pos="50000">
                    <a:srgbClr val="080707">
                      <a:alpha val="52500"/>
                    </a:srgbClr>
                  </a:gs>
                  <a:gs pos="100000">
                    <a:srgbClr val="080707">
                      <a:alpha val="0"/>
                    </a:srgbClr>
                  </a:gs>
                </a:gsLst>
                <a:lin ang="0"/>
              </a:gradFill>
            </p:spPr>
            <p:txBody>
              <a:bodyPr/>
              <a:lstStyle/>
              <a:p>
                <a:endParaRPr lang="en-IN"/>
              </a:p>
            </p:txBody>
          </p:sp>
          <p:sp>
            <p:nvSpPr>
              <p:cNvPr id="26" name="TextBox 26"/>
              <p:cNvSpPr txBox="1"/>
              <p:nvPr/>
            </p:nvSpPr>
            <p:spPr>
              <a:xfrm>
                <a:off x="0" y="-66675"/>
                <a:ext cx="1083733" cy="654481"/>
              </a:xfrm>
              <a:prstGeom prst="rect">
                <a:avLst/>
              </a:prstGeom>
            </p:spPr>
            <p:txBody>
              <a:bodyPr lIns="81751" tIns="81751" rIns="81751" bIns="81751" rtlCol="0" anchor="ctr"/>
              <a:lstStyle/>
              <a:p>
                <a:pPr algn="ctr">
                  <a:lnSpc>
                    <a:spcPts val="3359"/>
                  </a:lnSpc>
                </a:pPr>
                <a:endParaRPr/>
              </a:p>
            </p:txBody>
          </p:sp>
        </p:grpSp>
      </p:grpSp>
      <p:grpSp>
        <p:nvGrpSpPr>
          <p:cNvPr id="27" name="Group 27"/>
          <p:cNvGrpSpPr/>
          <p:nvPr/>
        </p:nvGrpSpPr>
        <p:grpSpPr>
          <a:xfrm>
            <a:off x="-11032163" y="5224234"/>
            <a:ext cx="18093123" cy="5312270"/>
            <a:chOff x="0" y="0"/>
            <a:chExt cx="2684181" cy="788095"/>
          </a:xfrm>
        </p:grpSpPr>
        <p:sp>
          <p:nvSpPr>
            <p:cNvPr id="28" name="Freeform 28"/>
            <p:cNvSpPr/>
            <p:nvPr/>
          </p:nvSpPr>
          <p:spPr>
            <a:xfrm flipH="1">
              <a:off x="0" y="0"/>
              <a:ext cx="2684181" cy="788095"/>
            </a:xfrm>
            <a:custGeom>
              <a:avLst/>
              <a:gdLst/>
              <a:ahLst/>
              <a:cxnLst/>
              <a:rect l="l" t="t" r="r" b="b"/>
              <a:pathLst>
                <a:path w="2684181" h="788095">
                  <a:moveTo>
                    <a:pt x="2684181" y="0"/>
                  </a:moveTo>
                  <a:lnTo>
                    <a:pt x="0" y="0"/>
                  </a:lnTo>
                  <a:lnTo>
                    <a:pt x="0" y="788095"/>
                  </a:lnTo>
                  <a:lnTo>
                    <a:pt x="2684181" y="788095"/>
                  </a:lnTo>
                  <a:close/>
                </a:path>
              </a:pathLst>
            </a:custGeom>
            <a:blipFill>
              <a:blip r:embed="rId3"/>
              <a:stretch>
                <a:fillRect t="-1940" b="-1940"/>
              </a:stretch>
            </a:blipFill>
          </p:spPr>
          <p:txBody>
            <a:bodyPr/>
            <a:lstStyle/>
            <a:p>
              <a:endParaRPr lang="en-IN"/>
            </a:p>
          </p:txBody>
        </p:sp>
      </p:grpSp>
      <p:sp>
        <p:nvSpPr>
          <p:cNvPr id="29" name="TextBox 29"/>
          <p:cNvSpPr txBox="1"/>
          <p:nvPr/>
        </p:nvSpPr>
        <p:spPr>
          <a:xfrm>
            <a:off x="5587660" y="2469212"/>
            <a:ext cx="12829368" cy="1619739"/>
          </a:xfrm>
          <a:prstGeom prst="rect">
            <a:avLst/>
          </a:prstGeom>
        </p:spPr>
        <p:txBody>
          <a:bodyPr wrap="square" lIns="0" tIns="0" rIns="0" bIns="0" rtlCol="0" anchor="t">
            <a:spAutoFit/>
          </a:bodyPr>
          <a:lstStyle/>
          <a:p>
            <a:pPr algn="l">
              <a:lnSpc>
                <a:spcPts val="10999"/>
              </a:lnSpc>
            </a:pPr>
            <a:r>
              <a:rPr lang="en-US" sz="17300" dirty="0">
                <a:solidFill>
                  <a:srgbClr val="FFEAEA"/>
                </a:solidFill>
                <a:latin typeface="Etna Sans Serif"/>
                <a:ea typeface="Etna Sans Serif"/>
                <a:cs typeface="Etna Sans Serif"/>
                <a:sym typeface="Etna Sans Serif"/>
              </a:rPr>
              <a:t>THANK YOU </a:t>
            </a:r>
          </a:p>
        </p:txBody>
      </p:sp>
    </p:spTree>
  </p:cSld>
  <p:clrMapOvr>
    <a:masterClrMapping/>
  </p:clrMapOvr>
  <p:transition>
    <p:push/>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205</TotalTime>
  <Words>475</Words>
  <Application>Microsoft Office PowerPoint</Application>
  <PresentationFormat>Custom</PresentationFormat>
  <Paragraphs>65</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Courier New</vt:lpstr>
      <vt:lpstr>Etna Sans Serif</vt:lpstr>
      <vt:lpstr>Arial</vt:lpstr>
      <vt:lpstr>Poppins</vt:lpstr>
      <vt:lpstr>Wingdings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hine</dc:title>
  <dc:creator>USER</dc:creator>
  <cp:lastModifiedBy>ROHIT PRAJAPATI</cp:lastModifiedBy>
  <cp:revision>7</cp:revision>
  <dcterms:created xsi:type="dcterms:W3CDTF">2006-08-16T00:00:00Z</dcterms:created>
  <dcterms:modified xsi:type="dcterms:W3CDTF">2026-10-02T03:50:12Z</dcterms:modified>
  <dc:identifier>DAHWjOhC8Ow</dc:identifier>
</cp:coreProperties>
</file>